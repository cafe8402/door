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3900dc4c104411" /><Relationship Type="http://schemas.openxmlformats.org/officeDocument/2006/relationships/extended-properties" Target="/docProps/app.xml" Id="Ra2b67ad46faf4b1e" /><Relationship Type="http://schemas.openxmlformats.org/officeDocument/2006/relationships/officeDocument" Target="/ppt/presentation.xml" Id="R57261ac45d6142a2" /></Relationships>
</file>

<file path=ppt/presentation.xml><?xml version="1.0" encoding="utf-8"?>
<p:presentation xmlns:p="http://schemas.openxmlformats.org/presentationml/2006/main">
  <p:sldMasterIdLst>
    <p:sldMasterId xmlns:r="http://schemas.openxmlformats.org/officeDocument/2006/relationships" id="2147483648" r:id="R74d3acc6f57b445c"/>
  </p:sldMasterIdLst>
  <p:notesMasterIdLst>
    <p:notesMasterId xmlns:r="http://schemas.openxmlformats.org/officeDocument/2006/relationships" r:id="R35ca390c81d14a9c"/>
  </p:notesMasterIdLst>
  <p:sldIdLst>
    <p:sldId xmlns:r="http://schemas.openxmlformats.org/officeDocument/2006/relationships" id="256" r:id="Rcb2f4c5682f84fdc"/>
    <p:sldId xmlns:r="http://schemas.openxmlformats.org/officeDocument/2006/relationships" id="257" r:id="Raa2f167085a3437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648c332d3d4ede" /><Relationship Type="http://schemas.openxmlformats.org/officeDocument/2006/relationships/slideMaster" Target="/ppt/slideMasters/slideMaster1.xml" Id="R74d3acc6f57b445c" /><Relationship Type="http://schemas.openxmlformats.org/officeDocument/2006/relationships/notesMaster" Target="/ppt/notesMasters/notesMaster1.xml" Id="R35ca390c81d14a9c" /><Relationship Type="http://schemas.openxmlformats.org/officeDocument/2006/relationships/presProps" Target="/ppt/presProps.xml" Id="R229eb8699e07483f" /><Relationship Type="http://schemas.openxmlformats.org/officeDocument/2006/relationships/tableStyles" Target="/ppt/tableStyles.xml" Id="Ra154cb63cc7c462c" /><Relationship Type="http://schemas.openxmlformats.org/officeDocument/2006/relationships/slide" Target="/ppt/slides/slide1.xml" Id="Rcb2f4c5682f84fdc" /><Relationship Type="http://schemas.openxmlformats.org/officeDocument/2006/relationships/slide" Target="/ppt/slides/slide2.xml" Id="Raa2f167085a343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de87e9cc794e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52b06b122342a6" /><Relationship Type="http://schemas.openxmlformats.org/officeDocument/2006/relationships/notesMaster" Target="/ppt/notesMasters/notesMaster1.xml" Id="R7a05ba416cb249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ad8c51d5347b7" /><Relationship Type="http://schemas.openxmlformats.org/officeDocument/2006/relationships/notesMaster" Target="/ppt/notesMasters/notesMaster1.xml" Id="R1edc76b943de4d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AX Agent 설계서.xlsx, 01_15분_설계서!C6:G31. C6 정보보호그룹, G6 홍윤기, C7 V. 설계 목표는 AI 에이전트 보안점검이다. AS-IS 문의·검증, 코드 보안검증·모의해킹, 취약점 전달·수정 요청을 두 묶음으로 요약했다. 설계서 사람 작업시간은 480분+2400분+120분=3000분, TO-BE 60분+480분=540분. 기존 업무에는 모의해킹이 포함되지만 현재 파일 검사 PoC는 이를 수행하지 않으므로 비교 가능한 실측 성과나 시간절감 수치로 발표하지 않는다. 실제 구현 근거: 개발 대화와 src/services/sourceAnalysis.mjs, resultActions.ts, RepairWizard.tsx 및 Sites 배포 정보. 자가점검은 전문 보안검증을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AX Agent 설계서.xlsx, 01_15분_설계서!A4(외부 PC와 가상·더미데이터, 사내 연결 제외), C24:C25(취약점 개선 및 공수 경감), C28(국내 AI 보안 가이드), C29(AI 보안 점검 앱). 실제 구현: 브라우저 로컬 파일·폴더 검사, JS/TS 문법 문맥 분석, 직접 대입 비밀키와 공개변수, 외부 입력의 직접 SQL·실행 명령 연결, Firebase 공개 쓰기 규칙 확인, 수정 대상·검토 단서 구분, 단계별 수정·확인 요청문, 재검사 비교, 보고서 저장. 수정은 앱이 자동 실행하지 않으며 사용자가 개발 AI에 요청문을 전달한다. 개인정보 유출·실계정 인가 우회는 검증하지 않는다. 국내 가이드의 직접 연계는 설계 계획이다. 파일 검사 배포본: https://ai-work-security-check.cafe8402.chatgpt.site, 소유자 비공개. 배포본 주소 검사는 준비 중. 실행화면과 상세 테스트 결과는 별도 실시간 시연으로 설명한다. 기대효과는 미측정 정성 기대이다.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e8c2e5f1794b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dfd15fe16244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d192df72464e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4326e3047744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1cd9d5eee546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de87c0059547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C22D3E-5ADD-4B45-B308-EA881EC56B9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88297C-7C86-4D90-89CB-BDE91DE1CB84}"/>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BA7672-347D-4129-9C9F-919F7B4B68F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1B5C89-CA7F-4776-87B8-AA1F059CC26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9FAB0B-A7CC-46D9-ACD6-E017ED6BDCC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18CECF-A492-468B-85DD-3A6EFBA8540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899188-FC22-4049-9E6F-FC4C905EBEE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D0BA1F-678F-44AD-B4F2-AC4992EF569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546B5C-9C04-4B1D-95BC-4B64DE46EC2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75AE2B-AD34-480A-BFFF-A5F762E556A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b12b62da26415e" /><Relationship Type="http://schemas.openxmlformats.org/officeDocument/2006/relationships/slideLayout" Target="/ppt/slideLayouts/slideLayout1.xml" Id="R6c971da092bc4e36" /><Relationship Type="http://schemas.openxmlformats.org/officeDocument/2006/relationships/slideLayout" Target="/ppt/slideLayouts/slideLayout2.xml" Id="Rdc5e862145d14833" /><Relationship Type="http://schemas.openxmlformats.org/officeDocument/2006/relationships/slideLayout" Target="/ppt/slideLayouts/slideLayout3.xml" Id="R483ec3a50f8d4328" /><Relationship Type="http://schemas.openxmlformats.org/officeDocument/2006/relationships/slideLayout" Target="/ppt/slideLayouts/slideLayout4.xml" Id="Re8175ae417324264" /><Relationship Type="http://schemas.openxmlformats.org/officeDocument/2006/relationships/slideLayout" Target="/ppt/slideLayouts/slideLayout5.xml" Id="R1e50c50510024abf" /><Relationship Type="http://schemas.openxmlformats.org/officeDocument/2006/relationships/slideLayout" Target="/ppt/slideLayouts/slideLayout6.xml" Id="Rd16caa34c4224c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971da092bc4e36"/>
    <p:sldLayoutId xmlns:r="http://schemas.openxmlformats.org/officeDocument/2006/relationships" id="2147483650" r:id="Rdc5e862145d14833"/>
    <p:sldLayoutId xmlns:r="http://schemas.openxmlformats.org/officeDocument/2006/relationships" id="2147483651" r:id="R483ec3a50f8d4328"/>
    <p:sldLayoutId xmlns:r="http://schemas.openxmlformats.org/officeDocument/2006/relationships" id="2147483652" r:id="Re8175ae417324264"/>
    <p:sldLayoutId xmlns:r="http://schemas.openxmlformats.org/officeDocument/2006/relationships" id="2147483653" r:id="R1e50c50510024abf"/>
    <p:sldLayoutId xmlns:r="http://schemas.openxmlformats.org/officeDocument/2006/relationships" id="2147483654" r:id="Rd16caa34c4224c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fb2ee87d5a4f86" /><Relationship Type="http://schemas.openxmlformats.org/officeDocument/2006/relationships/notesSlide" Target="/ppt/notesSlides/notesSlide1.xml" Id="Rd8d6ecf0e08d4c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628e1fb8e048fa" /><Relationship Type="http://schemas.openxmlformats.org/officeDocument/2006/relationships/notesSlide" Target="/ppt/notesSlides/notesSlide2.xml" Id="R9716890f22da403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3501013-1E8C-448A-B8F3-C20E389FE44A}"/>
              </a:ext>
            </a:extLst>
          </p:cNvPr>
          <p:cNvSpPr>
            <a:spLocks xmlns:a="http://schemas.openxmlformats.org/drawingml/2006/main" noGrp="1"/>
          </p:cNvSpPr>
          <p:nvPr/>
        </p:nvSpPr>
        <p:spPr>
          <a:xfrm xmlns:a="http://schemas.openxmlformats.org/drawingml/2006/main">
            <a:off x="571500" y="3048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1769D2"/>
                </a:solidFill>
                <a:latin typeface="Malgun Gothic"/>
                <a:ea typeface="Malgun Gothic"/>
                <a:cs typeface="Malgun Gothic"/>
              </a:defRPr>
            </a:defPPr>
            <a:lvl1pPr>
              <a:defRPr sz="1500" b="1">
                <a:solidFill>
                  <a:srgbClr val="1769D2"/>
                </a:solidFill>
                <a:latin typeface="Malgun Gothic"/>
                <a:ea typeface="Malgun Gothic"/>
                <a:cs typeface="Malgun Gothic"/>
              </a:defRPr>
            </a:lvl1pPr>
            <a:lvl2pPr>
              <a:defRPr sz="1500" b="1">
                <a:solidFill>
                  <a:srgbClr val="1769D2"/>
                </a:solidFill>
                <a:latin typeface="Malgun Gothic"/>
                <a:ea typeface="Malgun Gothic"/>
                <a:cs typeface="Malgun Gothic"/>
              </a:defRPr>
            </a:lvl2pPr>
            <a:lvl3pPr>
              <a:defRPr sz="1500" b="1">
                <a:solidFill>
                  <a:srgbClr val="1769D2"/>
                </a:solidFill>
                <a:latin typeface="Malgun Gothic"/>
                <a:ea typeface="Malgun Gothic"/>
                <a:cs typeface="Malgun Gothic"/>
              </a:defRPr>
            </a:lvl3pPr>
            <a:lvl4pPr>
              <a:defRPr sz="1500" b="1">
                <a:solidFill>
                  <a:srgbClr val="1769D2"/>
                </a:solidFill>
                <a:latin typeface="Malgun Gothic"/>
                <a:ea typeface="Malgun Gothic"/>
                <a:cs typeface="Malgun Gothic"/>
              </a:defRPr>
            </a:lvl4pPr>
            <a:lvl5pPr>
              <a:defRPr sz="1500" b="1">
                <a:solidFill>
                  <a:srgbClr val="1769D2"/>
                </a:solidFill>
                <a:latin typeface="Malgun Gothic"/>
                <a:ea typeface="Malgun Gothic"/>
                <a:cs typeface="Malgun Gothic"/>
              </a:defRPr>
            </a:lvl5pPr>
            <a:lvl6pPr>
              <a:defRPr sz="1500" b="1">
                <a:solidFill>
                  <a:srgbClr val="1769D2"/>
                </a:solidFill>
                <a:latin typeface="Malgun Gothic"/>
                <a:ea typeface="Malgun Gothic"/>
                <a:cs typeface="Malgun Gothic"/>
              </a:defRPr>
            </a:lvl6pPr>
            <a:lvl7pPr>
              <a:defRPr sz="1500" b="1">
                <a:solidFill>
                  <a:srgbClr val="1769D2"/>
                </a:solidFill>
                <a:latin typeface="Malgun Gothic"/>
                <a:ea typeface="Malgun Gothic"/>
                <a:cs typeface="Malgun Gothic"/>
              </a:defRPr>
            </a:lvl7pPr>
            <a:lvl8pPr>
              <a:defRPr sz="1500" b="1">
                <a:solidFill>
                  <a:srgbClr val="1769D2"/>
                </a:solidFill>
                <a:latin typeface="Malgun Gothic"/>
                <a:ea typeface="Malgun Gothic"/>
                <a:cs typeface="Malgun Gothic"/>
              </a:defRPr>
            </a:lvl8pPr>
            <a:lvl9pPr>
              <a:defRPr sz="1500" b="1">
                <a:solidFill>
                  <a:srgbClr val="1769D2"/>
                </a:solidFill>
                <a:latin typeface="Malgun Gothic"/>
                <a:ea typeface="Malgun Gothic"/>
                <a:cs typeface="Malgun Gothic"/>
              </a:defRPr>
            </a:lvl9pPr>
          </a:lstStyle>
          <a:p xmlns:a="http://schemas.openxmlformats.org/drawingml/2006/main">
            <a:pPr>
              <a:defRPr sz="1500" b="1">
                <a:solidFill>
                  <a:srgbClr val="1769D2"/>
                </a:solidFill>
                <a:latin typeface="Malgun Gothic"/>
                <a:ea typeface="Malgun Gothic"/>
                <a:cs typeface="Malgun Gothic"/>
              </a:defRPr>
            </a:pPr>
            <a:r>
              <a:rPr sz="1500" b="1">
                <a:solidFill>
                  <a:srgbClr val="1769D2"/>
                </a:solidFill>
                <a:latin typeface="Malgun Gothic"/>
                <a:ea typeface="Malgun Gothic"/>
                <a:cs typeface="Malgun Gothic"/>
              </a:rPr>
              <a:t>AX 혁신 TF  ·  Agent 개발성과</a:t>
            </a:r>
          </a:p>
        </p:txBody>
      </p:sp>
      <p:sp>
        <p:nvSpPr>
          <p:cNvPr id="2" name="">
            <a:extLst xmlns:a="http://schemas.openxmlformats.org/drawingml/2006/main">
              <a:ext uri="{FF2B5EF4-FFF2-40B4-BE49-F238E27FC236}">
                <a16:creationId xmlns:a16="http://schemas.microsoft.com/office/drawing/2014/main" id="{CA4C211F-465A-4331-8012-C50D9523540D}"/>
              </a:ext>
            </a:extLst>
          </p:cNvPr>
          <p:cNvSpPr>
            <a:spLocks xmlns:a="http://schemas.openxmlformats.org/drawingml/2006/main" noGrp="1"/>
          </p:cNvSpPr>
          <p:nvPr/>
        </p:nvSpPr>
        <p:spPr>
          <a:xfrm xmlns:a="http://schemas.openxmlformats.org/drawingml/2006/main">
            <a:off x="571500" y="781050"/>
            <a:ext cx="1409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32D50"/>
                </a:solidFill>
                <a:latin typeface="Malgun Gothic"/>
                <a:ea typeface="Malgun Gothic"/>
                <a:cs typeface="Malgun Gothic"/>
              </a:defRPr>
            </a:defPPr>
            <a:lvl1pPr>
              <a:defRPr sz="3450" b="1">
                <a:solidFill>
                  <a:srgbClr val="132D50"/>
                </a:solidFill>
                <a:latin typeface="Malgun Gothic"/>
                <a:ea typeface="Malgun Gothic"/>
                <a:cs typeface="Malgun Gothic"/>
              </a:defRPr>
            </a:lvl1pPr>
            <a:lvl2pPr>
              <a:defRPr sz="3450" b="1">
                <a:solidFill>
                  <a:srgbClr val="132D50"/>
                </a:solidFill>
                <a:latin typeface="Malgun Gothic"/>
                <a:ea typeface="Malgun Gothic"/>
                <a:cs typeface="Malgun Gothic"/>
              </a:defRPr>
            </a:lvl2pPr>
            <a:lvl3pPr>
              <a:defRPr sz="3450" b="1">
                <a:solidFill>
                  <a:srgbClr val="132D50"/>
                </a:solidFill>
                <a:latin typeface="Malgun Gothic"/>
                <a:ea typeface="Malgun Gothic"/>
                <a:cs typeface="Malgun Gothic"/>
              </a:defRPr>
            </a:lvl3pPr>
            <a:lvl4pPr>
              <a:defRPr sz="3450" b="1">
                <a:solidFill>
                  <a:srgbClr val="132D50"/>
                </a:solidFill>
                <a:latin typeface="Malgun Gothic"/>
                <a:ea typeface="Malgun Gothic"/>
                <a:cs typeface="Malgun Gothic"/>
              </a:defRPr>
            </a:lvl4pPr>
            <a:lvl5pPr>
              <a:defRPr sz="3450" b="1">
                <a:solidFill>
                  <a:srgbClr val="132D50"/>
                </a:solidFill>
                <a:latin typeface="Malgun Gothic"/>
                <a:ea typeface="Malgun Gothic"/>
                <a:cs typeface="Malgun Gothic"/>
              </a:defRPr>
            </a:lvl5pPr>
            <a:lvl6pPr>
              <a:defRPr sz="3450" b="1">
                <a:solidFill>
                  <a:srgbClr val="132D50"/>
                </a:solidFill>
                <a:latin typeface="Malgun Gothic"/>
                <a:ea typeface="Malgun Gothic"/>
                <a:cs typeface="Malgun Gothic"/>
              </a:defRPr>
            </a:lvl6pPr>
            <a:lvl7pPr>
              <a:defRPr sz="3450" b="1">
                <a:solidFill>
                  <a:srgbClr val="132D50"/>
                </a:solidFill>
                <a:latin typeface="Malgun Gothic"/>
                <a:ea typeface="Malgun Gothic"/>
                <a:cs typeface="Malgun Gothic"/>
              </a:defRPr>
            </a:lvl7pPr>
            <a:lvl8pPr>
              <a:defRPr sz="3450" b="1">
                <a:solidFill>
                  <a:srgbClr val="132D50"/>
                </a:solidFill>
                <a:latin typeface="Malgun Gothic"/>
                <a:ea typeface="Malgun Gothic"/>
                <a:cs typeface="Malgun Gothic"/>
              </a:defRPr>
            </a:lvl8pPr>
            <a:lvl9pPr>
              <a:defRPr sz="3450" b="1">
                <a:solidFill>
                  <a:srgbClr val="132D50"/>
                </a:solidFill>
                <a:latin typeface="Malgun Gothic"/>
                <a:ea typeface="Malgun Gothic"/>
                <a:cs typeface="Malgun Gothic"/>
              </a:defRPr>
            </a:lvl9pPr>
          </a:lstStyle>
          <a:p xmlns:a="http://schemas.openxmlformats.org/drawingml/2006/main">
            <a:pPr>
              <a:defRPr sz="3450" b="1">
                <a:solidFill>
                  <a:srgbClr val="132D50"/>
                </a:solidFill>
                <a:latin typeface="Malgun Gothic"/>
                <a:ea typeface="Malgun Gothic"/>
                <a:cs typeface="Malgun Gothic"/>
              </a:defRPr>
            </a:pPr>
            <a:r>
              <a:rPr sz="3450" b="1">
                <a:solidFill>
                  <a:srgbClr val="132D50"/>
                </a:solidFill>
                <a:latin typeface="Malgun Gothic"/>
                <a:ea typeface="Malgun Gothic"/>
                <a:cs typeface="Malgun Gothic"/>
              </a:rPr>
              <a:t>AI 업무도구 보안점검</a:t>
            </a:r>
          </a:p>
        </p:txBody>
      </p:sp>
      <p:sp>
        <p:nvSpPr>
          <p:cNvPr id="3" name="">
            <a:extLst xmlns:a="http://schemas.openxmlformats.org/drawingml/2006/main">
              <a:ext uri="{FF2B5EF4-FFF2-40B4-BE49-F238E27FC236}">
                <a16:creationId xmlns:a16="http://schemas.microsoft.com/office/drawing/2014/main" id="{387F01E9-F302-4CC1-8B68-7D92D3D4C177}"/>
              </a:ext>
            </a:extLst>
          </p:cNvPr>
          <p:cNvSpPr>
            <a:spLocks xmlns:a="http://schemas.openxmlformats.org/drawingml/2006/main" noGrp="1"/>
          </p:cNvSpPr>
          <p:nvPr/>
        </p:nvSpPr>
        <p:spPr>
          <a:xfrm xmlns:a="http://schemas.openxmlformats.org/drawingml/2006/main">
            <a:off x="571500" y="8096250"/>
            <a:ext cx="14097000" cy="9525"/>
          </a:xfrm>
          <a:prstGeom xmlns:a="http://schemas.openxmlformats.org/drawingml/2006/main" prst="rect">
            <a:avLst/>
          </a:prstGeom>
          <a:solidFill xmlns:a="http://schemas.openxmlformats.org/drawingml/2006/main">
            <a:srgbClr val="D8E2E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E20A62-7730-48F3-A99A-046FB6E1300B}"/>
              </a:ext>
            </a:extLst>
          </p:cNvPr>
          <p:cNvSpPr>
            <a:spLocks xmlns:a="http://schemas.openxmlformats.org/drawingml/2006/main" noGrp="1"/>
          </p:cNvSpPr>
          <p:nvPr/>
        </p:nvSpPr>
        <p:spPr>
          <a:xfrm xmlns:a="http://schemas.openxmlformats.org/drawingml/2006/main">
            <a:off x="571500" y="82105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E7085"/>
                </a:solidFill>
                <a:latin typeface="Malgun Gothic"/>
                <a:ea typeface="Malgun Gothic"/>
                <a:cs typeface="Malgun Gothic"/>
              </a:defRPr>
            </a:defPPr>
            <a:lvl1pPr>
              <a:defRPr sz="1350" b="0">
                <a:solidFill>
                  <a:srgbClr val="5E7085"/>
                </a:solidFill>
                <a:latin typeface="Malgun Gothic"/>
                <a:ea typeface="Malgun Gothic"/>
                <a:cs typeface="Malgun Gothic"/>
              </a:defRPr>
            </a:lvl1pPr>
            <a:lvl2pPr>
              <a:defRPr sz="1350" b="0">
                <a:solidFill>
                  <a:srgbClr val="5E7085"/>
                </a:solidFill>
                <a:latin typeface="Malgun Gothic"/>
                <a:ea typeface="Malgun Gothic"/>
                <a:cs typeface="Malgun Gothic"/>
              </a:defRPr>
            </a:lvl2pPr>
            <a:lvl3pPr>
              <a:defRPr sz="1350" b="0">
                <a:solidFill>
                  <a:srgbClr val="5E7085"/>
                </a:solidFill>
                <a:latin typeface="Malgun Gothic"/>
                <a:ea typeface="Malgun Gothic"/>
                <a:cs typeface="Malgun Gothic"/>
              </a:defRPr>
            </a:lvl3pPr>
            <a:lvl4pPr>
              <a:defRPr sz="1350" b="0">
                <a:solidFill>
                  <a:srgbClr val="5E7085"/>
                </a:solidFill>
                <a:latin typeface="Malgun Gothic"/>
                <a:ea typeface="Malgun Gothic"/>
                <a:cs typeface="Malgun Gothic"/>
              </a:defRPr>
            </a:lvl4pPr>
            <a:lvl5pPr>
              <a:defRPr sz="1350" b="0">
                <a:solidFill>
                  <a:srgbClr val="5E7085"/>
                </a:solidFill>
                <a:latin typeface="Malgun Gothic"/>
                <a:ea typeface="Malgun Gothic"/>
                <a:cs typeface="Malgun Gothic"/>
              </a:defRPr>
            </a:lvl5pPr>
            <a:lvl6pPr>
              <a:defRPr sz="1350" b="0">
                <a:solidFill>
                  <a:srgbClr val="5E7085"/>
                </a:solidFill>
                <a:latin typeface="Malgun Gothic"/>
                <a:ea typeface="Malgun Gothic"/>
                <a:cs typeface="Malgun Gothic"/>
              </a:defRPr>
            </a:lvl6pPr>
            <a:lvl7pPr>
              <a:defRPr sz="1350" b="0">
                <a:solidFill>
                  <a:srgbClr val="5E7085"/>
                </a:solidFill>
                <a:latin typeface="Malgun Gothic"/>
                <a:ea typeface="Malgun Gothic"/>
                <a:cs typeface="Malgun Gothic"/>
              </a:defRPr>
            </a:lvl7pPr>
            <a:lvl8pPr>
              <a:defRPr sz="1350" b="0">
                <a:solidFill>
                  <a:srgbClr val="5E7085"/>
                </a:solidFill>
                <a:latin typeface="Malgun Gothic"/>
                <a:ea typeface="Malgun Gothic"/>
                <a:cs typeface="Malgun Gothic"/>
              </a:defRPr>
            </a:lvl8pPr>
            <a:lvl9pPr>
              <a:defRPr sz="1350" b="0">
                <a:solidFill>
                  <a:srgbClr val="5E7085"/>
                </a:solidFill>
                <a:latin typeface="Malgun Gothic"/>
                <a:ea typeface="Malgun Gothic"/>
                <a:cs typeface="Malgun Gothic"/>
              </a:defRPr>
            </a:lvl9pPr>
          </a:lstStyle>
          <a:p xmlns:a="http://schemas.openxmlformats.org/drawingml/2006/main">
            <a:pPr>
              <a:defRPr sz="1350" b="0">
                <a:solidFill>
                  <a:srgbClr val="5E7085"/>
                </a:solidFill>
                <a:latin typeface="Malgun Gothic"/>
                <a:ea typeface="Malgun Gothic"/>
                <a:cs typeface="Malgun Gothic"/>
              </a:defRPr>
            </a:pPr>
            <a:r>
              <a:rPr sz="1350" b="0">
                <a:solidFill>
                  <a:srgbClr val="5E7085"/>
                </a:solidFill>
                <a:latin typeface="Malgun Gothic"/>
                <a:ea typeface="Malgun Gothic"/>
                <a:cs typeface="Malgun Gothic"/>
              </a:rPr>
              <a:t>정보보호그룹  홍윤기</a:t>
            </a:r>
          </a:p>
        </p:txBody>
      </p:sp>
      <p:sp>
        <p:nvSpPr>
          <p:cNvPr id="5" name="">
            <a:extLst xmlns:a="http://schemas.openxmlformats.org/drawingml/2006/main">
              <a:ext uri="{FF2B5EF4-FFF2-40B4-BE49-F238E27FC236}">
                <a16:creationId xmlns:a16="http://schemas.microsoft.com/office/drawing/2014/main" id="{24CC8F34-2C51-4AD8-A442-BC158087D411}"/>
              </a:ext>
            </a:extLst>
          </p:cNvPr>
          <p:cNvSpPr>
            <a:spLocks xmlns:a="http://schemas.openxmlformats.org/drawingml/2006/main" noGrp="1"/>
          </p:cNvSpPr>
          <p:nvPr/>
        </p:nvSpPr>
        <p:spPr>
          <a:xfrm xmlns:a="http://schemas.openxmlformats.org/drawingml/2006/main">
            <a:off x="13525500" y="8210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E7085"/>
                </a:solidFill>
                <a:latin typeface="Malgun Gothic"/>
                <a:ea typeface="Malgun Gothic"/>
                <a:cs typeface="Malgun Gothic"/>
              </a:defRPr>
            </a:defPPr>
            <a:lvl1pPr>
              <a:defRPr sz="1350" b="0">
                <a:solidFill>
                  <a:srgbClr val="5E7085"/>
                </a:solidFill>
                <a:latin typeface="Malgun Gothic"/>
                <a:ea typeface="Malgun Gothic"/>
                <a:cs typeface="Malgun Gothic"/>
              </a:defRPr>
            </a:lvl1pPr>
            <a:lvl2pPr>
              <a:defRPr sz="1350" b="0">
                <a:solidFill>
                  <a:srgbClr val="5E7085"/>
                </a:solidFill>
                <a:latin typeface="Malgun Gothic"/>
                <a:ea typeface="Malgun Gothic"/>
                <a:cs typeface="Malgun Gothic"/>
              </a:defRPr>
            </a:lvl2pPr>
            <a:lvl3pPr>
              <a:defRPr sz="1350" b="0">
                <a:solidFill>
                  <a:srgbClr val="5E7085"/>
                </a:solidFill>
                <a:latin typeface="Malgun Gothic"/>
                <a:ea typeface="Malgun Gothic"/>
                <a:cs typeface="Malgun Gothic"/>
              </a:defRPr>
            </a:lvl3pPr>
            <a:lvl4pPr>
              <a:defRPr sz="1350" b="0">
                <a:solidFill>
                  <a:srgbClr val="5E7085"/>
                </a:solidFill>
                <a:latin typeface="Malgun Gothic"/>
                <a:ea typeface="Malgun Gothic"/>
                <a:cs typeface="Malgun Gothic"/>
              </a:defRPr>
            </a:lvl4pPr>
            <a:lvl5pPr>
              <a:defRPr sz="1350" b="0">
                <a:solidFill>
                  <a:srgbClr val="5E7085"/>
                </a:solidFill>
                <a:latin typeface="Malgun Gothic"/>
                <a:ea typeface="Malgun Gothic"/>
                <a:cs typeface="Malgun Gothic"/>
              </a:defRPr>
            </a:lvl5pPr>
            <a:lvl6pPr>
              <a:defRPr sz="1350" b="0">
                <a:solidFill>
                  <a:srgbClr val="5E7085"/>
                </a:solidFill>
                <a:latin typeface="Malgun Gothic"/>
                <a:ea typeface="Malgun Gothic"/>
                <a:cs typeface="Malgun Gothic"/>
              </a:defRPr>
            </a:lvl6pPr>
            <a:lvl7pPr>
              <a:defRPr sz="1350" b="0">
                <a:solidFill>
                  <a:srgbClr val="5E7085"/>
                </a:solidFill>
                <a:latin typeface="Malgun Gothic"/>
                <a:ea typeface="Malgun Gothic"/>
                <a:cs typeface="Malgun Gothic"/>
              </a:defRPr>
            </a:lvl7pPr>
            <a:lvl8pPr>
              <a:defRPr sz="1350" b="0">
                <a:solidFill>
                  <a:srgbClr val="5E7085"/>
                </a:solidFill>
                <a:latin typeface="Malgun Gothic"/>
                <a:ea typeface="Malgun Gothic"/>
                <a:cs typeface="Malgun Gothic"/>
              </a:defRPr>
            </a:lvl8pPr>
            <a:lvl9pPr>
              <a:defRPr sz="1350" b="0">
                <a:solidFill>
                  <a:srgbClr val="5E7085"/>
                </a:solidFill>
                <a:latin typeface="Malgun Gothic"/>
                <a:ea typeface="Malgun Gothic"/>
                <a:cs typeface="Malgun Gothic"/>
              </a:defRPr>
            </a:lvl9pPr>
          </a:lstStyle>
          <a:p xmlns:a="http://schemas.openxmlformats.org/drawingml/2006/main">
            <a:pPr>
              <a:defRPr sz="1350" b="0">
                <a:solidFill>
                  <a:srgbClr val="5E7085"/>
                </a:solidFill>
                <a:latin typeface="Malgun Gothic"/>
                <a:ea typeface="Malgun Gothic"/>
                <a:cs typeface="Malgun Gothic"/>
              </a:defRPr>
            </a:pPr>
            <a:r>
              <a:rPr sz="1350" b="0">
                <a:solidFill>
                  <a:srgbClr val="5E7085"/>
                </a:solidFill>
                <a:latin typeface="Malgun Gothic"/>
                <a:ea typeface="Malgun Gothic"/>
                <a:cs typeface="Malgun Gothic"/>
              </a:rPr>
              <a:t>01 / 02</a:t>
            </a:r>
          </a:p>
        </p:txBody>
      </p:sp>
      <p:sp>
        <p:nvSpPr>
          <p:cNvPr id="6" name="">
            <a:extLst xmlns:a="http://schemas.openxmlformats.org/drawingml/2006/main">
              <a:ext uri="{FF2B5EF4-FFF2-40B4-BE49-F238E27FC236}">
                <a16:creationId xmlns:a16="http://schemas.microsoft.com/office/drawing/2014/main" id="{1F370241-81B3-4EAE-AC6E-5187E7139DED}"/>
              </a:ext>
            </a:extLst>
          </p:cNvPr>
          <p:cNvSpPr>
            <a:spLocks xmlns:a="http://schemas.openxmlformats.org/drawingml/2006/main" noGrp="1"/>
          </p:cNvSpPr>
          <p:nvPr/>
        </p:nvSpPr>
        <p:spPr>
          <a:xfrm xmlns:a="http://schemas.openxmlformats.org/drawingml/2006/main">
            <a:off x="571500" y="1476375"/>
            <a:ext cx="1409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E7085"/>
                </a:solidFill>
                <a:latin typeface="Malgun Gothic"/>
                <a:ea typeface="Malgun Gothic"/>
                <a:cs typeface="Malgun Gothic"/>
              </a:defRPr>
            </a:defPPr>
            <a:lvl1pPr>
              <a:defRPr sz="1725" b="0">
                <a:solidFill>
                  <a:srgbClr val="5E7085"/>
                </a:solidFill>
                <a:latin typeface="Malgun Gothic"/>
                <a:ea typeface="Malgun Gothic"/>
                <a:cs typeface="Malgun Gothic"/>
              </a:defRPr>
            </a:lvl1pPr>
            <a:lvl2pPr>
              <a:defRPr sz="1725" b="0">
                <a:solidFill>
                  <a:srgbClr val="5E7085"/>
                </a:solidFill>
                <a:latin typeface="Malgun Gothic"/>
                <a:ea typeface="Malgun Gothic"/>
                <a:cs typeface="Malgun Gothic"/>
              </a:defRPr>
            </a:lvl2pPr>
            <a:lvl3pPr>
              <a:defRPr sz="1725" b="0">
                <a:solidFill>
                  <a:srgbClr val="5E7085"/>
                </a:solidFill>
                <a:latin typeface="Malgun Gothic"/>
                <a:ea typeface="Malgun Gothic"/>
                <a:cs typeface="Malgun Gothic"/>
              </a:defRPr>
            </a:lvl3pPr>
            <a:lvl4pPr>
              <a:defRPr sz="1725" b="0">
                <a:solidFill>
                  <a:srgbClr val="5E7085"/>
                </a:solidFill>
                <a:latin typeface="Malgun Gothic"/>
                <a:ea typeface="Malgun Gothic"/>
                <a:cs typeface="Malgun Gothic"/>
              </a:defRPr>
            </a:lvl4pPr>
            <a:lvl5pPr>
              <a:defRPr sz="1725" b="0">
                <a:solidFill>
                  <a:srgbClr val="5E7085"/>
                </a:solidFill>
                <a:latin typeface="Malgun Gothic"/>
                <a:ea typeface="Malgun Gothic"/>
                <a:cs typeface="Malgun Gothic"/>
              </a:defRPr>
            </a:lvl5pPr>
            <a:lvl6pPr>
              <a:defRPr sz="1725" b="0">
                <a:solidFill>
                  <a:srgbClr val="5E7085"/>
                </a:solidFill>
                <a:latin typeface="Malgun Gothic"/>
                <a:ea typeface="Malgun Gothic"/>
                <a:cs typeface="Malgun Gothic"/>
              </a:defRPr>
            </a:lvl6pPr>
            <a:lvl7pPr>
              <a:defRPr sz="1725" b="0">
                <a:solidFill>
                  <a:srgbClr val="5E7085"/>
                </a:solidFill>
                <a:latin typeface="Malgun Gothic"/>
                <a:ea typeface="Malgun Gothic"/>
                <a:cs typeface="Malgun Gothic"/>
              </a:defRPr>
            </a:lvl7pPr>
            <a:lvl8pPr>
              <a:defRPr sz="1725" b="0">
                <a:solidFill>
                  <a:srgbClr val="5E7085"/>
                </a:solidFill>
                <a:latin typeface="Malgun Gothic"/>
                <a:ea typeface="Malgun Gothic"/>
                <a:cs typeface="Malgun Gothic"/>
              </a:defRPr>
            </a:lvl8pPr>
            <a:lvl9pPr>
              <a:defRPr sz="1725" b="0">
                <a:solidFill>
                  <a:srgbClr val="5E7085"/>
                </a:solidFill>
                <a:latin typeface="Malgun Gothic"/>
                <a:ea typeface="Malgun Gothic"/>
                <a:cs typeface="Malgun Gothic"/>
              </a:defRPr>
            </a:lvl9pPr>
          </a:lstStyle>
          <a:p xmlns:a="http://schemas.openxmlformats.org/drawingml/2006/main">
            <a:pPr>
              <a:defRPr sz="1725" b="0">
                <a:solidFill>
                  <a:srgbClr val="5E7085"/>
                </a:solidFill>
                <a:latin typeface="Malgun Gothic"/>
                <a:ea typeface="Malgun Gothic"/>
                <a:cs typeface="Malgun Gothic"/>
              </a:defRPr>
            </a:pPr>
            <a:r>
              <a:rPr sz="1725" b="0">
                <a:solidFill>
                  <a:srgbClr val="5E7085"/>
                </a:solidFill>
                <a:latin typeface="Malgun Gothic"/>
                <a:ea typeface="Malgun Gothic"/>
                <a:cs typeface="Malgun Gothic"/>
              </a:rPr>
              <a:t>설계서 Agent명 V  ·  정보보호그룹 홍윤기</a:t>
            </a:r>
          </a:p>
        </p:txBody>
      </p:sp>
      <p:sp>
        <p:nvSpPr>
          <p:cNvPr id="7" name="">
            <a:extLst xmlns:a="http://schemas.openxmlformats.org/drawingml/2006/main">
              <a:ext uri="{FF2B5EF4-FFF2-40B4-BE49-F238E27FC236}">
                <a16:creationId xmlns:a16="http://schemas.microsoft.com/office/drawing/2014/main" id="{F8F80F61-4C14-401A-A079-3382C13EA716}"/>
              </a:ext>
            </a:extLst>
          </p:cNvPr>
          <p:cNvSpPr>
            <a:spLocks xmlns:a="http://schemas.openxmlformats.org/drawingml/2006/main" noGrp="1"/>
          </p:cNvSpPr>
          <p:nvPr/>
        </p:nvSpPr>
        <p:spPr>
          <a:xfrm xmlns:a="http://schemas.openxmlformats.org/drawingml/2006/main">
            <a:off x="571500" y="1952625"/>
            <a:ext cx="1409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32D50"/>
                </a:solidFill>
                <a:latin typeface="Malgun Gothic"/>
                <a:ea typeface="Malgun Gothic"/>
                <a:cs typeface="Malgun Gothic"/>
              </a:defRPr>
            </a:defPPr>
            <a:lvl1pPr>
              <a:defRPr sz="2100" b="1">
                <a:solidFill>
                  <a:srgbClr val="132D50"/>
                </a:solidFill>
                <a:latin typeface="Malgun Gothic"/>
                <a:ea typeface="Malgun Gothic"/>
                <a:cs typeface="Malgun Gothic"/>
              </a:defRPr>
            </a:lvl1pPr>
            <a:lvl2pPr>
              <a:defRPr sz="2100" b="1">
                <a:solidFill>
                  <a:srgbClr val="132D50"/>
                </a:solidFill>
                <a:latin typeface="Malgun Gothic"/>
                <a:ea typeface="Malgun Gothic"/>
                <a:cs typeface="Malgun Gothic"/>
              </a:defRPr>
            </a:lvl2pPr>
            <a:lvl3pPr>
              <a:defRPr sz="2100" b="1">
                <a:solidFill>
                  <a:srgbClr val="132D50"/>
                </a:solidFill>
                <a:latin typeface="Malgun Gothic"/>
                <a:ea typeface="Malgun Gothic"/>
                <a:cs typeface="Malgun Gothic"/>
              </a:defRPr>
            </a:lvl3pPr>
            <a:lvl4pPr>
              <a:defRPr sz="2100" b="1">
                <a:solidFill>
                  <a:srgbClr val="132D50"/>
                </a:solidFill>
                <a:latin typeface="Malgun Gothic"/>
                <a:ea typeface="Malgun Gothic"/>
                <a:cs typeface="Malgun Gothic"/>
              </a:defRPr>
            </a:lvl4pPr>
            <a:lvl5pPr>
              <a:defRPr sz="2100" b="1">
                <a:solidFill>
                  <a:srgbClr val="132D50"/>
                </a:solidFill>
                <a:latin typeface="Malgun Gothic"/>
                <a:ea typeface="Malgun Gothic"/>
                <a:cs typeface="Malgun Gothic"/>
              </a:defRPr>
            </a:lvl5pPr>
            <a:lvl6pPr>
              <a:defRPr sz="2100" b="1">
                <a:solidFill>
                  <a:srgbClr val="132D50"/>
                </a:solidFill>
                <a:latin typeface="Malgun Gothic"/>
                <a:ea typeface="Malgun Gothic"/>
                <a:cs typeface="Malgun Gothic"/>
              </a:defRPr>
            </a:lvl6pPr>
            <a:lvl7pPr>
              <a:defRPr sz="2100" b="1">
                <a:solidFill>
                  <a:srgbClr val="132D50"/>
                </a:solidFill>
                <a:latin typeface="Malgun Gothic"/>
                <a:ea typeface="Malgun Gothic"/>
                <a:cs typeface="Malgun Gothic"/>
              </a:defRPr>
            </a:lvl7pPr>
            <a:lvl8pPr>
              <a:defRPr sz="2100" b="1">
                <a:solidFill>
                  <a:srgbClr val="132D50"/>
                </a:solidFill>
                <a:latin typeface="Malgun Gothic"/>
                <a:ea typeface="Malgun Gothic"/>
                <a:cs typeface="Malgun Gothic"/>
              </a:defRPr>
            </a:lvl8pPr>
            <a:lvl9pPr>
              <a:defRPr sz="2100" b="1">
                <a:solidFill>
                  <a:srgbClr val="132D50"/>
                </a:solidFill>
                <a:latin typeface="Malgun Gothic"/>
                <a:ea typeface="Malgun Gothic"/>
                <a:cs typeface="Malgun Gothic"/>
              </a:defRPr>
            </a:lvl9pPr>
          </a:lstStyle>
          <a:p xmlns:a="http://schemas.openxmlformats.org/drawingml/2006/main">
            <a:pPr>
              <a:defRPr sz="2100" b="1">
                <a:solidFill>
                  <a:srgbClr val="132D50"/>
                </a:solidFill>
                <a:latin typeface="Malgun Gothic"/>
                <a:ea typeface="Malgun Gothic"/>
                <a:cs typeface="Malgun Gothic"/>
              </a:defRPr>
            </a:pPr>
            <a:r>
              <a:rPr sz="2100" b="1">
                <a:solidFill>
                  <a:srgbClr val="132D50"/>
                </a:solidFill>
                <a:latin typeface="Malgun Gothic"/>
                <a:ea typeface="Malgun Gothic"/>
                <a:cs typeface="Malgun Gothic"/>
              </a:rPr>
              <a:t>개발 목적   AI로 만든 업무도구를 개발자가 직접 점검하고, 보안 문의·분석 부담을 줄임</a:t>
            </a:r>
          </a:p>
        </p:txBody>
      </p:sp>
      <p:sp>
        <p:nvSpPr>
          <p:cNvPr id="8" name="">
            <a:extLst xmlns:a="http://schemas.openxmlformats.org/drawingml/2006/main">
              <a:ext uri="{FF2B5EF4-FFF2-40B4-BE49-F238E27FC236}">
                <a16:creationId xmlns:a16="http://schemas.microsoft.com/office/drawing/2014/main" id="{2812DCA3-DD76-48A3-B56C-D337E36884D1}"/>
              </a:ext>
            </a:extLst>
          </p:cNvPr>
          <p:cNvSpPr>
            <a:spLocks xmlns:a="http://schemas.openxmlformats.org/drawingml/2006/main" noGrp="1"/>
          </p:cNvSpPr>
          <p:nvPr/>
        </p:nvSpPr>
        <p:spPr>
          <a:xfrm xmlns:a="http://schemas.openxmlformats.org/drawingml/2006/main">
            <a:off x="571500" y="2647950"/>
            <a:ext cx="6781800" cy="3143250"/>
          </a:xfrm>
          <a:prstGeom xmlns:a="http://schemas.openxmlformats.org/drawingml/2006/main" prst="rect">
            <a:avLst/>
          </a:prstGeom>
          <a:solidFill xmlns:a="http://schemas.openxmlformats.org/drawingml/2006/main">
            <a:srgbClr val="F2F6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2B94B5-BA72-4FC1-865E-9A29D0BAA9A3}"/>
              </a:ext>
            </a:extLst>
          </p:cNvPr>
          <p:cNvSpPr>
            <a:spLocks xmlns:a="http://schemas.openxmlformats.org/drawingml/2006/main" noGrp="1"/>
          </p:cNvSpPr>
          <p:nvPr/>
        </p:nvSpPr>
        <p:spPr>
          <a:xfrm xmlns:a="http://schemas.openxmlformats.org/drawingml/2006/main">
            <a:off x="7715250" y="2647950"/>
            <a:ext cx="6953250" cy="3143250"/>
          </a:xfrm>
          <a:prstGeom xmlns:a="http://schemas.openxmlformats.org/drawingml/2006/main" prst="rect">
            <a:avLst/>
          </a:prstGeom>
          <a:solidFill xmlns:a="http://schemas.openxmlformats.org/drawingml/2006/main">
            <a:srgbClr val="EC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753223-17E4-4994-BA0A-5CE8D2FAF932}"/>
              </a:ext>
            </a:extLst>
          </p:cNvPr>
          <p:cNvSpPr>
            <a:spLocks xmlns:a="http://schemas.openxmlformats.org/drawingml/2006/main" noGrp="1"/>
          </p:cNvSpPr>
          <p:nvPr/>
        </p:nvSpPr>
        <p:spPr>
          <a:xfrm xmlns:a="http://schemas.openxmlformats.org/drawingml/2006/main">
            <a:off x="838200" y="2857500"/>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AS-IS  보안 담당자 중심의 개별 검증</a:t>
            </a:r>
          </a:p>
        </p:txBody>
      </p:sp>
      <p:sp>
        <p:nvSpPr>
          <p:cNvPr id="11" name="">
            <a:extLst xmlns:a="http://schemas.openxmlformats.org/drawingml/2006/main">
              <a:ext uri="{FF2B5EF4-FFF2-40B4-BE49-F238E27FC236}">
                <a16:creationId xmlns:a16="http://schemas.microsoft.com/office/drawing/2014/main" id="{DFD88301-4106-4D61-B2DF-B3326C57FC6D}"/>
              </a:ext>
            </a:extLst>
          </p:cNvPr>
          <p:cNvSpPr>
            <a:spLocks xmlns:a="http://schemas.openxmlformats.org/drawingml/2006/main" noGrp="1"/>
          </p:cNvSpPr>
          <p:nvPr/>
        </p:nvSpPr>
        <p:spPr>
          <a:xfrm xmlns:a="http://schemas.openxmlformats.org/drawingml/2006/main">
            <a:off x="7981950" y="2857500"/>
            <a:ext cx="6429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69D2"/>
                </a:solidFill>
                <a:latin typeface="Malgun Gothic"/>
                <a:ea typeface="Malgun Gothic"/>
                <a:cs typeface="Malgun Gothic"/>
              </a:defRPr>
            </a:defPPr>
            <a:lvl1pPr>
              <a:defRPr sz="2175" b="1">
                <a:solidFill>
                  <a:srgbClr val="1769D2"/>
                </a:solidFill>
                <a:latin typeface="Malgun Gothic"/>
                <a:ea typeface="Malgun Gothic"/>
                <a:cs typeface="Malgun Gothic"/>
              </a:defRPr>
            </a:lvl1pPr>
            <a:lvl2pPr>
              <a:defRPr sz="2175" b="1">
                <a:solidFill>
                  <a:srgbClr val="1769D2"/>
                </a:solidFill>
                <a:latin typeface="Malgun Gothic"/>
                <a:ea typeface="Malgun Gothic"/>
                <a:cs typeface="Malgun Gothic"/>
              </a:defRPr>
            </a:lvl2pPr>
            <a:lvl3pPr>
              <a:defRPr sz="2175" b="1">
                <a:solidFill>
                  <a:srgbClr val="1769D2"/>
                </a:solidFill>
                <a:latin typeface="Malgun Gothic"/>
                <a:ea typeface="Malgun Gothic"/>
                <a:cs typeface="Malgun Gothic"/>
              </a:defRPr>
            </a:lvl3pPr>
            <a:lvl4pPr>
              <a:defRPr sz="2175" b="1">
                <a:solidFill>
                  <a:srgbClr val="1769D2"/>
                </a:solidFill>
                <a:latin typeface="Malgun Gothic"/>
                <a:ea typeface="Malgun Gothic"/>
                <a:cs typeface="Malgun Gothic"/>
              </a:defRPr>
            </a:lvl4pPr>
            <a:lvl5pPr>
              <a:defRPr sz="2175" b="1">
                <a:solidFill>
                  <a:srgbClr val="1769D2"/>
                </a:solidFill>
                <a:latin typeface="Malgun Gothic"/>
                <a:ea typeface="Malgun Gothic"/>
                <a:cs typeface="Malgun Gothic"/>
              </a:defRPr>
            </a:lvl5pPr>
            <a:lvl6pPr>
              <a:defRPr sz="2175" b="1">
                <a:solidFill>
                  <a:srgbClr val="1769D2"/>
                </a:solidFill>
                <a:latin typeface="Malgun Gothic"/>
                <a:ea typeface="Malgun Gothic"/>
                <a:cs typeface="Malgun Gothic"/>
              </a:defRPr>
            </a:lvl6pPr>
            <a:lvl7pPr>
              <a:defRPr sz="2175" b="1">
                <a:solidFill>
                  <a:srgbClr val="1769D2"/>
                </a:solidFill>
                <a:latin typeface="Malgun Gothic"/>
                <a:ea typeface="Malgun Gothic"/>
                <a:cs typeface="Malgun Gothic"/>
              </a:defRPr>
            </a:lvl7pPr>
            <a:lvl8pPr>
              <a:defRPr sz="2175" b="1">
                <a:solidFill>
                  <a:srgbClr val="1769D2"/>
                </a:solidFill>
                <a:latin typeface="Malgun Gothic"/>
                <a:ea typeface="Malgun Gothic"/>
                <a:cs typeface="Malgun Gothic"/>
              </a:defRPr>
            </a:lvl8pPr>
            <a:lvl9pPr>
              <a:defRPr sz="2175" b="1">
                <a:solidFill>
                  <a:srgbClr val="1769D2"/>
                </a:solidFill>
                <a:latin typeface="Malgun Gothic"/>
                <a:ea typeface="Malgun Gothic"/>
                <a:cs typeface="Malgun Gothic"/>
              </a:defRPr>
            </a:lvl9pPr>
          </a:lstStyle>
          <a:p xmlns:a="http://schemas.openxmlformats.org/drawingml/2006/main">
            <a:pPr>
              <a:defRPr sz="2175" b="1">
                <a:solidFill>
                  <a:srgbClr val="1769D2"/>
                </a:solidFill>
                <a:latin typeface="Malgun Gothic"/>
                <a:ea typeface="Malgun Gothic"/>
                <a:cs typeface="Malgun Gothic"/>
              </a:defRPr>
            </a:pPr>
            <a:r>
              <a:rPr sz="2175" b="1">
                <a:solidFill>
                  <a:srgbClr val="1769D2"/>
                </a:solidFill>
                <a:latin typeface="Malgun Gothic"/>
                <a:ea typeface="Malgun Gothic"/>
                <a:cs typeface="Malgun Gothic"/>
              </a:rPr>
              <a:t>TO-BE  개발자의 자가점검과 단계별 조치</a:t>
            </a:r>
          </a:p>
        </p:txBody>
      </p:sp>
      <p:sp>
        <p:nvSpPr>
          <p:cNvPr id="12" name="">
            <a:extLst xmlns:a="http://schemas.openxmlformats.org/drawingml/2006/main">
              <a:ext uri="{FF2B5EF4-FFF2-40B4-BE49-F238E27FC236}">
                <a16:creationId xmlns:a16="http://schemas.microsoft.com/office/drawing/2014/main" id="{AAEBFD58-85A4-4F5D-90A5-C4FDF3340E94}"/>
              </a:ext>
            </a:extLst>
          </p:cNvPr>
          <p:cNvSpPr>
            <a:spLocks xmlns:a="http://schemas.openxmlformats.org/drawingml/2006/main" noGrp="1"/>
          </p:cNvSpPr>
          <p:nvPr/>
        </p:nvSpPr>
        <p:spPr>
          <a:xfrm xmlns:a="http://schemas.openxmlformats.org/drawingml/2006/main">
            <a:off x="838200" y="3486150"/>
            <a:ext cx="43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769D2"/>
                </a:solidFill>
                <a:latin typeface="Malgun Gothic"/>
                <a:ea typeface="Malgun Gothic"/>
                <a:cs typeface="Malgun Gothic"/>
              </a:defRPr>
            </a:defPPr>
            <a:lvl1pPr>
              <a:defRPr sz="1875" b="1">
                <a:solidFill>
                  <a:srgbClr val="1769D2"/>
                </a:solidFill>
                <a:latin typeface="Malgun Gothic"/>
                <a:ea typeface="Malgun Gothic"/>
                <a:cs typeface="Malgun Gothic"/>
              </a:defRPr>
            </a:lvl1pPr>
            <a:lvl2pPr>
              <a:defRPr sz="1875" b="1">
                <a:solidFill>
                  <a:srgbClr val="1769D2"/>
                </a:solidFill>
                <a:latin typeface="Malgun Gothic"/>
                <a:ea typeface="Malgun Gothic"/>
                <a:cs typeface="Malgun Gothic"/>
              </a:defRPr>
            </a:lvl2pPr>
            <a:lvl3pPr>
              <a:defRPr sz="1875" b="1">
                <a:solidFill>
                  <a:srgbClr val="1769D2"/>
                </a:solidFill>
                <a:latin typeface="Malgun Gothic"/>
                <a:ea typeface="Malgun Gothic"/>
                <a:cs typeface="Malgun Gothic"/>
              </a:defRPr>
            </a:lvl3pPr>
            <a:lvl4pPr>
              <a:defRPr sz="1875" b="1">
                <a:solidFill>
                  <a:srgbClr val="1769D2"/>
                </a:solidFill>
                <a:latin typeface="Malgun Gothic"/>
                <a:ea typeface="Malgun Gothic"/>
                <a:cs typeface="Malgun Gothic"/>
              </a:defRPr>
            </a:lvl4pPr>
            <a:lvl5pPr>
              <a:defRPr sz="1875" b="1">
                <a:solidFill>
                  <a:srgbClr val="1769D2"/>
                </a:solidFill>
                <a:latin typeface="Malgun Gothic"/>
                <a:ea typeface="Malgun Gothic"/>
                <a:cs typeface="Malgun Gothic"/>
              </a:defRPr>
            </a:lvl5pPr>
            <a:lvl6pPr>
              <a:defRPr sz="1875" b="1">
                <a:solidFill>
                  <a:srgbClr val="1769D2"/>
                </a:solidFill>
                <a:latin typeface="Malgun Gothic"/>
                <a:ea typeface="Malgun Gothic"/>
                <a:cs typeface="Malgun Gothic"/>
              </a:defRPr>
            </a:lvl6pPr>
            <a:lvl7pPr>
              <a:defRPr sz="1875" b="1">
                <a:solidFill>
                  <a:srgbClr val="1769D2"/>
                </a:solidFill>
                <a:latin typeface="Malgun Gothic"/>
                <a:ea typeface="Malgun Gothic"/>
                <a:cs typeface="Malgun Gothic"/>
              </a:defRPr>
            </a:lvl7pPr>
            <a:lvl8pPr>
              <a:defRPr sz="1875" b="1">
                <a:solidFill>
                  <a:srgbClr val="1769D2"/>
                </a:solidFill>
                <a:latin typeface="Malgun Gothic"/>
                <a:ea typeface="Malgun Gothic"/>
                <a:cs typeface="Malgun Gothic"/>
              </a:defRPr>
            </a:lvl8pPr>
            <a:lvl9pPr>
              <a:defRPr sz="1875" b="1">
                <a:solidFill>
                  <a:srgbClr val="1769D2"/>
                </a:solidFill>
                <a:latin typeface="Malgun Gothic"/>
                <a:ea typeface="Malgun Gothic"/>
                <a:cs typeface="Malgun Gothic"/>
              </a:defRPr>
            </a:lvl9pPr>
          </a:lstStyle>
          <a:p xmlns:a="http://schemas.openxmlformats.org/drawingml/2006/main">
            <a:pPr>
              <a:defRPr sz="1875" b="1">
                <a:solidFill>
                  <a:srgbClr val="1769D2"/>
                </a:solidFill>
                <a:latin typeface="Malgun Gothic"/>
                <a:ea typeface="Malgun Gothic"/>
                <a:cs typeface="Malgun Gothic"/>
              </a:defRPr>
            </a:pPr>
            <a:r>
              <a:rPr sz="1875" b="1">
                <a:solidFill>
                  <a:srgbClr val="1769D2"/>
                </a:solidFill>
                <a:latin typeface="Malgun Gothic"/>
                <a:ea typeface="Malgun Gothic"/>
                <a:cs typeface="Malgun Gothic"/>
              </a:rPr>
              <a:t>01</a:t>
            </a:r>
          </a:p>
        </p:txBody>
      </p:sp>
      <p:sp>
        <p:nvSpPr>
          <p:cNvPr id="13" name="">
            <a:extLst xmlns:a="http://schemas.openxmlformats.org/drawingml/2006/main">
              <a:ext uri="{FF2B5EF4-FFF2-40B4-BE49-F238E27FC236}">
                <a16:creationId xmlns:a16="http://schemas.microsoft.com/office/drawing/2014/main" id="{D42043E1-739B-4322-8D55-29CFD197E998}"/>
              </a:ext>
            </a:extLst>
          </p:cNvPr>
          <p:cNvSpPr>
            <a:spLocks xmlns:a="http://schemas.openxmlformats.org/drawingml/2006/main" noGrp="1"/>
          </p:cNvSpPr>
          <p:nvPr/>
        </p:nvSpPr>
        <p:spPr>
          <a:xfrm xmlns:a="http://schemas.openxmlformats.org/drawingml/2006/main">
            <a:off x="1352550" y="3486150"/>
            <a:ext cx="567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사용 문의와 검증 요청</a:t>
            </a:r>
          </a:p>
        </p:txBody>
      </p:sp>
      <p:sp>
        <p:nvSpPr>
          <p:cNvPr id="14" name="">
            <a:extLst xmlns:a="http://schemas.openxmlformats.org/drawingml/2006/main">
              <a:ext uri="{FF2B5EF4-FFF2-40B4-BE49-F238E27FC236}">
                <a16:creationId xmlns:a16="http://schemas.microsoft.com/office/drawing/2014/main" id="{6D59FCCA-14C4-4637-988B-0EF65F155DBE}"/>
              </a:ext>
            </a:extLst>
          </p:cNvPr>
          <p:cNvSpPr>
            <a:spLocks xmlns:a="http://schemas.openxmlformats.org/drawingml/2006/main" noGrp="1"/>
          </p:cNvSpPr>
          <p:nvPr/>
        </p:nvSpPr>
        <p:spPr>
          <a:xfrm xmlns:a="http://schemas.openxmlformats.org/drawingml/2006/main">
            <a:off x="1352550" y="3914775"/>
            <a:ext cx="5676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E7085"/>
                </a:solidFill>
                <a:latin typeface="Malgun Gothic"/>
                <a:ea typeface="Malgun Gothic"/>
                <a:cs typeface="Malgun Gothic"/>
              </a:defRPr>
            </a:defPPr>
            <a:lvl1pPr>
              <a:defRPr sz="1800" b="0">
                <a:solidFill>
                  <a:srgbClr val="5E7085"/>
                </a:solidFill>
                <a:latin typeface="Malgun Gothic"/>
                <a:ea typeface="Malgun Gothic"/>
                <a:cs typeface="Malgun Gothic"/>
              </a:defRPr>
            </a:lvl1pPr>
            <a:lvl2pPr>
              <a:defRPr sz="1800" b="0">
                <a:solidFill>
                  <a:srgbClr val="5E7085"/>
                </a:solidFill>
                <a:latin typeface="Malgun Gothic"/>
                <a:ea typeface="Malgun Gothic"/>
                <a:cs typeface="Malgun Gothic"/>
              </a:defRPr>
            </a:lvl2pPr>
            <a:lvl3pPr>
              <a:defRPr sz="1800" b="0">
                <a:solidFill>
                  <a:srgbClr val="5E7085"/>
                </a:solidFill>
                <a:latin typeface="Malgun Gothic"/>
                <a:ea typeface="Malgun Gothic"/>
                <a:cs typeface="Malgun Gothic"/>
              </a:defRPr>
            </a:lvl3pPr>
            <a:lvl4pPr>
              <a:defRPr sz="1800" b="0">
                <a:solidFill>
                  <a:srgbClr val="5E7085"/>
                </a:solidFill>
                <a:latin typeface="Malgun Gothic"/>
                <a:ea typeface="Malgun Gothic"/>
                <a:cs typeface="Malgun Gothic"/>
              </a:defRPr>
            </a:lvl4pPr>
            <a:lvl5pPr>
              <a:defRPr sz="1800" b="0">
                <a:solidFill>
                  <a:srgbClr val="5E7085"/>
                </a:solidFill>
                <a:latin typeface="Malgun Gothic"/>
                <a:ea typeface="Malgun Gothic"/>
                <a:cs typeface="Malgun Gothic"/>
              </a:defRPr>
            </a:lvl5pPr>
            <a:lvl6pPr>
              <a:defRPr sz="1800" b="0">
                <a:solidFill>
                  <a:srgbClr val="5E7085"/>
                </a:solidFill>
                <a:latin typeface="Malgun Gothic"/>
                <a:ea typeface="Malgun Gothic"/>
                <a:cs typeface="Malgun Gothic"/>
              </a:defRPr>
            </a:lvl6pPr>
            <a:lvl7pPr>
              <a:defRPr sz="1800" b="0">
                <a:solidFill>
                  <a:srgbClr val="5E7085"/>
                </a:solidFill>
                <a:latin typeface="Malgun Gothic"/>
                <a:ea typeface="Malgun Gothic"/>
                <a:cs typeface="Malgun Gothic"/>
              </a:defRPr>
            </a:lvl7pPr>
            <a:lvl8pPr>
              <a:defRPr sz="1800" b="0">
                <a:solidFill>
                  <a:srgbClr val="5E7085"/>
                </a:solidFill>
                <a:latin typeface="Malgun Gothic"/>
                <a:ea typeface="Malgun Gothic"/>
                <a:cs typeface="Malgun Gothic"/>
              </a:defRPr>
            </a:lvl8pPr>
            <a:lvl9pPr>
              <a:defRPr sz="1800" b="0">
                <a:solidFill>
                  <a:srgbClr val="5E7085"/>
                </a:solidFill>
                <a:latin typeface="Malgun Gothic"/>
                <a:ea typeface="Malgun Gothic"/>
                <a:cs typeface="Malgun Gothic"/>
              </a:defRPr>
            </a:lvl9pPr>
          </a:lstStyle>
          <a:p xmlns:a="http://schemas.openxmlformats.org/drawingml/2006/main">
            <a:pPr>
              <a:defRPr sz="1800" b="0">
                <a:solidFill>
                  <a:srgbClr val="5E7085"/>
                </a:solidFill>
                <a:latin typeface="Malgun Gothic"/>
                <a:ea typeface="Malgun Gothic"/>
                <a:cs typeface="Malgun Gothic"/>
              </a:defRPr>
            </a:pPr>
            <a:r>
              <a:rPr sz="1800" b="0">
                <a:solidFill>
                  <a:srgbClr val="5E7085"/>
                </a:solidFill>
                <a:latin typeface="Malgun Gothic"/>
                <a:ea typeface="Malgun Gothic"/>
                <a:cs typeface="Malgun Gothic"/>
              </a:rPr>
              <a:t>도구가 늘어날수록 담당자에게 문의가 집중</a:t>
            </a:r>
          </a:p>
        </p:txBody>
      </p:sp>
      <p:sp>
        <p:nvSpPr>
          <p:cNvPr id="15" name="">
            <a:extLst xmlns:a="http://schemas.openxmlformats.org/drawingml/2006/main">
              <a:ext uri="{FF2B5EF4-FFF2-40B4-BE49-F238E27FC236}">
                <a16:creationId xmlns:a16="http://schemas.microsoft.com/office/drawing/2014/main" id="{005503A4-F12C-4E4A-967F-37A428A8BE04}"/>
              </a:ext>
            </a:extLst>
          </p:cNvPr>
          <p:cNvSpPr>
            <a:spLocks xmlns:a="http://schemas.openxmlformats.org/drawingml/2006/main" noGrp="1"/>
          </p:cNvSpPr>
          <p:nvPr/>
        </p:nvSpPr>
        <p:spPr>
          <a:xfrm xmlns:a="http://schemas.openxmlformats.org/drawingml/2006/main">
            <a:off x="838200" y="4572000"/>
            <a:ext cx="43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769D2"/>
                </a:solidFill>
                <a:latin typeface="Malgun Gothic"/>
                <a:ea typeface="Malgun Gothic"/>
                <a:cs typeface="Malgun Gothic"/>
              </a:defRPr>
            </a:defPPr>
            <a:lvl1pPr>
              <a:defRPr sz="1875" b="1">
                <a:solidFill>
                  <a:srgbClr val="1769D2"/>
                </a:solidFill>
                <a:latin typeface="Malgun Gothic"/>
                <a:ea typeface="Malgun Gothic"/>
                <a:cs typeface="Malgun Gothic"/>
              </a:defRPr>
            </a:lvl1pPr>
            <a:lvl2pPr>
              <a:defRPr sz="1875" b="1">
                <a:solidFill>
                  <a:srgbClr val="1769D2"/>
                </a:solidFill>
                <a:latin typeface="Malgun Gothic"/>
                <a:ea typeface="Malgun Gothic"/>
                <a:cs typeface="Malgun Gothic"/>
              </a:defRPr>
            </a:lvl2pPr>
            <a:lvl3pPr>
              <a:defRPr sz="1875" b="1">
                <a:solidFill>
                  <a:srgbClr val="1769D2"/>
                </a:solidFill>
                <a:latin typeface="Malgun Gothic"/>
                <a:ea typeface="Malgun Gothic"/>
                <a:cs typeface="Malgun Gothic"/>
              </a:defRPr>
            </a:lvl3pPr>
            <a:lvl4pPr>
              <a:defRPr sz="1875" b="1">
                <a:solidFill>
                  <a:srgbClr val="1769D2"/>
                </a:solidFill>
                <a:latin typeface="Malgun Gothic"/>
                <a:ea typeface="Malgun Gothic"/>
                <a:cs typeface="Malgun Gothic"/>
              </a:defRPr>
            </a:lvl4pPr>
            <a:lvl5pPr>
              <a:defRPr sz="1875" b="1">
                <a:solidFill>
                  <a:srgbClr val="1769D2"/>
                </a:solidFill>
                <a:latin typeface="Malgun Gothic"/>
                <a:ea typeface="Malgun Gothic"/>
                <a:cs typeface="Malgun Gothic"/>
              </a:defRPr>
            </a:lvl5pPr>
            <a:lvl6pPr>
              <a:defRPr sz="1875" b="1">
                <a:solidFill>
                  <a:srgbClr val="1769D2"/>
                </a:solidFill>
                <a:latin typeface="Malgun Gothic"/>
                <a:ea typeface="Malgun Gothic"/>
                <a:cs typeface="Malgun Gothic"/>
              </a:defRPr>
            </a:lvl6pPr>
            <a:lvl7pPr>
              <a:defRPr sz="1875" b="1">
                <a:solidFill>
                  <a:srgbClr val="1769D2"/>
                </a:solidFill>
                <a:latin typeface="Malgun Gothic"/>
                <a:ea typeface="Malgun Gothic"/>
                <a:cs typeface="Malgun Gothic"/>
              </a:defRPr>
            </a:lvl7pPr>
            <a:lvl8pPr>
              <a:defRPr sz="1875" b="1">
                <a:solidFill>
                  <a:srgbClr val="1769D2"/>
                </a:solidFill>
                <a:latin typeface="Malgun Gothic"/>
                <a:ea typeface="Malgun Gothic"/>
                <a:cs typeface="Malgun Gothic"/>
              </a:defRPr>
            </a:lvl8pPr>
            <a:lvl9pPr>
              <a:defRPr sz="1875" b="1">
                <a:solidFill>
                  <a:srgbClr val="1769D2"/>
                </a:solidFill>
                <a:latin typeface="Malgun Gothic"/>
                <a:ea typeface="Malgun Gothic"/>
                <a:cs typeface="Malgun Gothic"/>
              </a:defRPr>
            </a:lvl9pPr>
          </a:lstStyle>
          <a:p xmlns:a="http://schemas.openxmlformats.org/drawingml/2006/main">
            <a:pPr>
              <a:defRPr sz="1875" b="1">
                <a:solidFill>
                  <a:srgbClr val="1769D2"/>
                </a:solidFill>
                <a:latin typeface="Malgun Gothic"/>
                <a:ea typeface="Malgun Gothic"/>
                <a:cs typeface="Malgun Gothic"/>
              </a:defRPr>
            </a:pPr>
            <a:r>
              <a:rPr sz="1875" b="1">
                <a:solidFill>
                  <a:srgbClr val="1769D2"/>
                </a:solidFill>
                <a:latin typeface="Malgun Gothic"/>
                <a:ea typeface="Malgun Gothic"/>
                <a:cs typeface="Malgun Gothic"/>
              </a:rPr>
              <a:t>02</a:t>
            </a:r>
          </a:p>
        </p:txBody>
      </p:sp>
      <p:sp>
        <p:nvSpPr>
          <p:cNvPr id="16" name="">
            <a:extLst xmlns:a="http://schemas.openxmlformats.org/drawingml/2006/main">
              <a:ext uri="{FF2B5EF4-FFF2-40B4-BE49-F238E27FC236}">
                <a16:creationId xmlns:a16="http://schemas.microsoft.com/office/drawing/2014/main" id="{38E2B872-B35D-4100-984A-07DA4CC6CE74}"/>
              </a:ext>
            </a:extLst>
          </p:cNvPr>
          <p:cNvSpPr>
            <a:spLocks xmlns:a="http://schemas.openxmlformats.org/drawingml/2006/main" noGrp="1"/>
          </p:cNvSpPr>
          <p:nvPr/>
        </p:nvSpPr>
        <p:spPr>
          <a:xfrm xmlns:a="http://schemas.openxmlformats.org/drawingml/2006/main">
            <a:off x="1352550" y="4572000"/>
            <a:ext cx="567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코드 보안 검증과 모의해킹</a:t>
            </a:r>
          </a:p>
        </p:txBody>
      </p:sp>
      <p:sp>
        <p:nvSpPr>
          <p:cNvPr id="17" name="">
            <a:extLst xmlns:a="http://schemas.openxmlformats.org/drawingml/2006/main">
              <a:ext uri="{FF2B5EF4-FFF2-40B4-BE49-F238E27FC236}">
                <a16:creationId xmlns:a16="http://schemas.microsoft.com/office/drawing/2014/main" id="{35970B89-7C0B-4174-B603-E68067C9ED16}"/>
              </a:ext>
            </a:extLst>
          </p:cNvPr>
          <p:cNvSpPr>
            <a:spLocks xmlns:a="http://schemas.openxmlformats.org/drawingml/2006/main" noGrp="1"/>
          </p:cNvSpPr>
          <p:nvPr/>
        </p:nvSpPr>
        <p:spPr>
          <a:xfrm xmlns:a="http://schemas.openxmlformats.org/drawingml/2006/main">
            <a:off x="1352550" y="5000625"/>
            <a:ext cx="5676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E7085"/>
                </a:solidFill>
                <a:latin typeface="Malgun Gothic"/>
                <a:ea typeface="Malgun Gothic"/>
                <a:cs typeface="Malgun Gothic"/>
              </a:defRPr>
            </a:defPPr>
            <a:lvl1pPr>
              <a:defRPr sz="1800" b="0">
                <a:solidFill>
                  <a:srgbClr val="5E7085"/>
                </a:solidFill>
                <a:latin typeface="Malgun Gothic"/>
                <a:ea typeface="Malgun Gothic"/>
                <a:cs typeface="Malgun Gothic"/>
              </a:defRPr>
            </a:lvl1pPr>
            <a:lvl2pPr>
              <a:defRPr sz="1800" b="0">
                <a:solidFill>
                  <a:srgbClr val="5E7085"/>
                </a:solidFill>
                <a:latin typeface="Malgun Gothic"/>
                <a:ea typeface="Malgun Gothic"/>
                <a:cs typeface="Malgun Gothic"/>
              </a:defRPr>
            </a:lvl2pPr>
            <a:lvl3pPr>
              <a:defRPr sz="1800" b="0">
                <a:solidFill>
                  <a:srgbClr val="5E7085"/>
                </a:solidFill>
                <a:latin typeface="Malgun Gothic"/>
                <a:ea typeface="Malgun Gothic"/>
                <a:cs typeface="Malgun Gothic"/>
              </a:defRPr>
            </a:lvl3pPr>
            <a:lvl4pPr>
              <a:defRPr sz="1800" b="0">
                <a:solidFill>
                  <a:srgbClr val="5E7085"/>
                </a:solidFill>
                <a:latin typeface="Malgun Gothic"/>
                <a:ea typeface="Malgun Gothic"/>
                <a:cs typeface="Malgun Gothic"/>
              </a:defRPr>
            </a:lvl4pPr>
            <a:lvl5pPr>
              <a:defRPr sz="1800" b="0">
                <a:solidFill>
                  <a:srgbClr val="5E7085"/>
                </a:solidFill>
                <a:latin typeface="Malgun Gothic"/>
                <a:ea typeface="Malgun Gothic"/>
                <a:cs typeface="Malgun Gothic"/>
              </a:defRPr>
            </a:lvl5pPr>
            <a:lvl6pPr>
              <a:defRPr sz="1800" b="0">
                <a:solidFill>
                  <a:srgbClr val="5E7085"/>
                </a:solidFill>
                <a:latin typeface="Malgun Gothic"/>
                <a:ea typeface="Malgun Gothic"/>
                <a:cs typeface="Malgun Gothic"/>
              </a:defRPr>
            </a:lvl6pPr>
            <a:lvl7pPr>
              <a:defRPr sz="1800" b="0">
                <a:solidFill>
                  <a:srgbClr val="5E7085"/>
                </a:solidFill>
                <a:latin typeface="Malgun Gothic"/>
                <a:ea typeface="Malgun Gothic"/>
                <a:cs typeface="Malgun Gothic"/>
              </a:defRPr>
            </a:lvl7pPr>
            <a:lvl8pPr>
              <a:defRPr sz="1800" b="0">
                <a:solidFill>
                  <a:srgbClr val="5E7085"/>
                </a:solidFill>
                <a:latin typeface="Malgun Gothic"/>
                <a:ea typeface="Malgun Gothic"/>
                <a:cs typeface="Malgun Gothic"/>
              </a:defRPr>
            </a:lvl8pPr>
            <a:lvl9pPr>
              <a:defRPr sz="1800" b="0">
                <a:solidFill>
                  <a:srgbClr val="5E7085"/>
                </a:solidFill>
                <a:latin typeface="Malgun Gothic"/>
                <a:ea typeface="Malgun Gothic"/>
                <a:cs typeface="Malgun Gothic"/>
              </a:defRPr>
            </a:lvl9pPr>
          </a:lstStyle>
          <a:p xmlns:a="http://schemas.openxmlformats.org/drawingml/2006/main">
            <a:pPr>
              <a:defRPr sz="1800" b="0">
                <a:solidFill>
                  <a:srgbClr val="5E7085"/>
                </a:solidFill>
                <a:latin typeface="Malgun Gothic"/>
                <a:ea typeface="Malgun Gothic"/>
                <a:cs typeface="Malgun Gothic"/>
              </a:defRPr>
            </a:pPr>
            <a:r>
              <a:rPr sz="1800" b="0">
                <a:solidFill>
                  <a:srgbClr val="5E7085"/>
                </a:solidFill>
                <a:latin typeface="Malgun Gothic"/>
                <a:ea typeface="Malgun Gothic"/>
                <a:cs typeface="Malgun Gothic"/>
              </a:rPr>
              <a:t>전문 지식과 별도 분석 공수가 필요</a:t>
            </a:r>
          </a:p>
        </p:txBody>
      </p:sp>
      <p:sp>
        <p:nvSpPr>
          <p:cNvPr id="18" name="">
            <a:extLst xmlns:a="http://schemas.openxmlformats.org/drawingml/2006/main">
              <a:ext uri="{FF2B5EF4-FFF2-40B4-BE49-F238E27FC236}">
                <a16:creationId xmlns:a16="http://schemas.microsoft.com/office/drawing/2014/main" id="{6FC6CD7F-EE9D-4F0E-87FE-C0E0FFA68AD2}"/>
              </a:ext>
            </a:extLst>
          </p:cNvPr>
          <p:cNvSpPr>
            <a:spLocks xmlns:a="http://schemas.openxmlformats.org/drawingml/2006/main" noGrp="1"/>
          </p:cNvSpPr>
          <p:nvPr/>
        </p:nvSpPr>
        <p:spPr>
          <a:xfrm xmlns:a="http://schemas.openxmlformats.org/drawingml/2006/main">
            <a:off x="7981950" y="3486150"/>
            <a:ext cx="43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769D2"/>
                </a:solidFill>
                <a:latin typeface="Malgun Gothic"/>
                <a:ea typeface="Malgun Gothic"/>
                <a:cs typeface="Malgun Gothic"/>
              </a:defRPr>
            </a:defPPr>
            <a:lvl1pPr>
              <a:defRPr sz="1875" b="1">
                <a:solidFill>
                  <a:srgbClr val="1769D2"/>
                </a:solidFill>
                <a:latin typeface="Malgun Gothic"/>
                <a:ea typeface="Malgun Gothic"/>
                <a:cs typeface="Malgun Gothic"/>
              </a:defRPr>
            </a:lvl1pPr>
            <a:lvl2pPr>
              <a:defRPr sz="1875" b="1">
                <a:solidFill>
                  <a:srgbClr val="1769D2"/>
                </a:solidFill>
                <a:latin typeface="Malgun Gothic"/>
                <a:ea typeface="Malgun Gothic"/>
                <a:cs typeface="Malgun Gothic"/>
              </a:defRPr>
            </a:lvl2pPr>
            <a:lvl3pPr>
              <a:defRPr sz="1875" b="1">
                <a:solidFill>
                  <a:srgbClr val="1769D2"/>
                </a:solidFill>
                <a:latin typeface="Malgun Gothic"/>
                <a:ea typeface="Malgun Gothic"/>
                <a:cs typeface="Malgun Gothic"/>
              </a:defRPr>
            </a:lvl3pPr>
            <a:lvl4pPr>
              <a:defRPr sz="1875" b="1">
                <a:solidFill>
                  <a:srgbClr val="1769D2"/>
                </a:solidFill>
                <a:latin typeface="Malgun Gothic"/>
                <a:ea typeface="Malgun Gothic"/>
                <a:cs typeface="Malgun Gothic"/>
              </a:defRPr>
            </a:lvl4pPr>
            <a:lvl5pPr>
              <a:defRPr sz="1875" b="1">
                <a:solidFill>
                  <a:srgbClr val="1769D2"/>
                </a:solidFill>
                <a:latin typeface="Malgun Gothic"/>
                <a:ea typeface="Malgun Gothic"/>
                <a:cs typeface="Malgun Gothic"/>
              </a:defRPr>
            </a:lvl5pPr>
            <a:lvl6pPr>
              <a:defRPr sz="1875" b="1">
                <a:solidFill>
                  <a:srgbClr val="1769D2"/>
                </a:solidFill>
                <a:latin typeface="Malgun Gothic"/>
                <a:ea typeface="Malgun Gothic"/>
                <a:cs typeface="Malgun Gothic"/>
              </a:defRPr>
            </a:lvl6pPr>
            <a:lvl7pPr>
              <a:defRPr sz="1875" b="1">
                <a:solidFill>
                  <a:srgbClr val="1769D2"/>
                </a:solidFill>
                <a:latin typeface="Malgun Gothic"/>
                <a:ea typeface="Malgun Gothic"/>
                <a:cs typeface="Malgun Gothic"/>
              </a:defRPr>
            </a:lvl7pPr>
            <a:lvl8pPr>
              <a:defRPr sz="1875" b="1">
                <a:solidFill>
                  <a:srgbClr val="1769D2"/>
                </a:solidFill>
                <a:latin typeface="Malgun Gothic"/>
                <a:ea typeface="Malgun Gothic"/>
                <a:cs typeface="Malgun Gothic"/>
              </a:defRPr>
            </a:lvl8pPr>
            <a:lvl9pPr>
              <a:defRPr sz="1875" b="1">
                <a:solidFill>
                  <a:srgbClr val="1769D2"/>
                </a:solidFill>
                <a:latin typeface="Malgun Gothic"/>
                <a:ea typeface="Malgun Gothic"/>
                <a:cs typeface="Malgun Gothic"/>
              </a:defRPr>
            </a:lvl9pPr>
          </a:lstStyle>
          <a:p xmlns:a="http://schemas.openxmlformats.org/drawingml/2006/main">
            <a:pPr>
              <a:defRPr sz="1875" b="1">
                <a:solidFill>
                  <a:srgbClr val="1769D2"/>
                </a:solidFill>
                <a:latin typeface="Malgun Gothic"/>
                <a:ea typeface="Malgun Gothic"/>
                <a:cs typeface="Malgun Gothic"/>
              </a:defRPr>
            </a:pPr>
            <a:r>
              <a:rPr sz="1875" b="1">
                <a:solidFill>
                  <a:srgbClr val="1769D2"/>
                </a:solidFill>
                <a:latin typeface="Malgun Gothic"/>
                <a:ea typeface="Malgun Gothic"/>
                <a:cs typeface="Malgun Gothic"/>
              </a:rPr>
              <a:t>01</a:t>
            </a:r>
          </a:p>
        </p:txBody>
      </p:sp>
      <p:sp>
        <p:nvSpPr>
          <p:cNvPr id="19" name="">
            <a:extLst xmlns:a="http://schemas.openxmlformats.org/drawingml/2006/main">
              <a:ext uri="{FF2B5EF4-FFF2-40B4-BE49-F238E27FC236}">
                <a16:creationId xmlns:a16="http://schemas.microsoft.com/office/drawing/2014/main" id="{F0AD3AB4-D189-4601-9FDD-AB82085255F5}"/>
              </a:ext>
            </a:extLst>
          </p:cNvPr>
          <p:cNvSpPr>
            <a:spLocks xmlns:a="http://schemas.openxmlformats.org/drawingml/2006/main" noGrp="1"/>
          </p:cNvSpPr>
          <p:nvPr/>
        </p:nvSpPr>
        <p:spPr>
          <a:xfrm xmlns:a="http://schemas.openxmlformats.org/drawingml/2006/main">
            <a:off x="8496300" y="3486150"/>
            <a:ext cx="586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파일·폴더로 직접 점검</a:t>
            </a:r>
          </a:p>
        </p:txBody>
      </p:sp>
      <p:sp>
        <p:nvSpPr>
          <p:cNvPr id="20" name="">
            <a:extLst xmlns:a="http://schemas.openxmlformats.org/drawingml/2006/main">
              <a:ext uri="{FF2B5EF4-FFF2-40B4-BE49-F238E27FC236}">
                <a16:creationId xmlns:a16="http://schemas.microsoft.com/office/drawing/2014/main" id="{DEA6E008-C32A-464B-A98D-E00C11E92F1E}"/>
              </a:ext>
            </a:extLst>
          </p:cNvPr>
          <p:cNvSpPr>
            <a:spLocks xmlns:a="http://schemas.openxmlformats.org/drawingml/2006/main" noGrp="1"/>
          </p:cNvSpPr>
          <p:nvPr/>
        </p:nvSpPr>
        <p:spPr>
          <a:xfrm xmlns:a="http://schemas.openxmlformats.org/drawingml/2006/main">
            <a:off x="8496300" y="3914775"/>
            <a:ext cx="5867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E7085"/>
                </a:solidFill>
                <a:latin typeface="Malgun Gothic"/>
                <a:ea typeface="Malgun Gothic"/>
                <a:cs typeface="Malgun Gothic"/>
              </a:defRPr>
            </a:defPPr>
            <a:lvl1pPr>
              <a:defRPr sz="1800" b="0">
                <a:solidFill>
                  <a:srgbClr val="5E7085"/>
                </a:solidFill>
                <a:latin typeface="Malgun Gothic"/>
                <a:ea typeface="Malgun Gothic"/>
                <a:cs typeface="Malgun Gothic"/>
              </a:defRPr>
            </a:lvl1pPr>
            <a:lvl2pPr>
              <a:defRPr sz="1800" b="0">
                <a:solidFill>
                  <a:srgbClr val="5E7085"/>
                </a:solidFill>
                <a:latin typeface="Malgun Gothic"/>
                <a:ea typeface="Malgun Gothic"/>
                <a:cs typeface="Malgun Gothic"/>
              </a:defRPr>
            </a:lvl2pPr>
            <a:lvl3pPr>
              <a:defRPr sz="1800" b="0">
                <a:solidFill>
                  <a:srgbClr val="5E7085"/>
                </a:solidFill>
                <a:latin typeface="Malgun Gothic"/>
                <a:ea typeface="Malgun Gothic"/>
                <a:cs typeface="Malgun Gothic"/>
              </a:defRPr>
            </a:lvl3pPr>
            <a:lvl4pPr>
              <a:defRPr sz="1800" b="0">
                <a:solidFill>
                  <a:srgbClr val="5E7085"/>
                </a:solidFill>
                <a:latin typeface="Malgun Gothic"/>
                <a:ea typeface="Malgun Gothic"/>
                <a:cs typeface="Malgun Gothic"/>
              </a:defRPr>
            </a:lvl4pPr>
            <a:lvl5pPr>
              <a:defRPr sz="1800" b="0">
                <a:solidFill>
                  <a:srgbClr val="5E7085"/>
                </a:solidFill>
                <a:latin typeface="Malgun Gothic"/>
                <a:ea typeface="Malgun Gothic"/>
                <a:cs typeface="Malgun Gothic"/>
              </a:defRPr>
            </a:lvl5pPr>
            <a:lvl6pPr>
              <a:defRPr sz="1800" b="0">
                <a:solidFill>
                  <a:srgbClr val="5E7085"/>
                </a:solidFill>
                <a:latin typeface="Malgun Gothic"/>
                <a:ea typeface="Malgun Gothic"/>
                <a:cs typeface="Malgun Gothic"/>
              </a:defRPr>
            </a:lvl6pPr>
            <a:lvl7pPr>
              <a:defRPr sz="1800" b="0">
                <a:solidFill>
                  <a:srgbClr val="5E7085"/>
                </a:solidFill>
                <a:latin typeface="Malgun Gothic"/>
                <a:ea typeface="Malgun Gothic"/>
                <a:cs typeface="Malgun Gothic"/>
              </a:defRPr>
            </a:lvl7pPr>
            <a:lvl8pPr>
              <a:defRPr sz="1800" b="0">
                <a:solidFill>
                  <a:srgbClr val="5E7085"/>
                </a:solidFill>
                <a:latin typeface="Malgun Gothic"/>
                <a:ea typeface="Malgun Gothic"/>
                <a:cs typeface="Malgun Gothic"/>
              </a:defRPr>
            </a:lvl8pPr>
            <a:lvl9pPr>
              <a:defRPr sz="1800" b="0">
                <a:solidFill>
                  <a:srgbClr val="5E7085"/>
                </a:solidFill>
                <a:latin typeface="Malgun Gothic"/>
                <a:ea typeface="Malgun Gothic"/>
                <a:cs typeface="Malgun Gothic"/>
              </a:defRPr>
            </a:lvl9pPr>
          </a:lstStyle>
          <a:p xmlns:a="http://schemas.openxmlformats.org/drawingml/2006/main">
            <a:pPr>
              <a:defRPr sz="1800" b="0">
                <a:solidFill>
                  <a:srgbClr val="5E7085"/>
                </a:solidFill>
                <a:latin typeface="Malgun Gothic"/>
                <a:ea typeface="Malgun Gothic"/>
                <a:cs typeface="Malgun Gothic"/>
              </a:defRPr>
            </a:pPr>
            <a:r>
              <a:rPr sz="1800" b="0">
                <a:solidFill>
                  <a:srgbClr val="5E7085"/>
                </a:solidFill>
                <a:latin typeface="Malgun Gothic"/>
                <a:ea typeface="Malgun Gothic"/>
                <a:cs typeface="Malgun Gothic"/>
              </a:rPr>
              <a:t>Agent가 위험 단서와 발견 위치를 안내</a:t>
            </a:r>
          </a:p>
        </p:txBody>
      </p:sp>
      <p:sp>
        <p:nvSpPr>
          <p:cNvPr id="21" name="">
            <a:extLst xmlns:a="http://schemas.openxmlformats.org/drawingml/2006/main">
              <a:ext uri="{FF2B5EF4-FFF2-40B4-BE49-F238E27FC236}">
                <a16:creationId xmlns:a16="http://schemas.microsoft.com/office/drawing/2014/main" id="{6BAC3A10-34AE-4DFE-9F40-C8A76E356F86}"/>
              </a:ext>
            </a:extLst>
          </p:cNvPr>
          <p:cNvSpPr>
            <a:spLocks xmlns:a="http://schemas.openxmlformats.org/drawingml/2006/main" noGrp="1"/>
          </p:cNvSpPr>
          <p:nvPr/>
        </p:nvSpPr>
        <p:spPr>
          <a:xfrm xmlns:a="http://schemas.openxmlformats.org/drawingml/2006/main">
            <a:off x="7981950" y="4572000"/>
            <a:ext cx="438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769D2"/>
                </a:solidFill>
                <a:latin typeface="Malgun Gothic"/>
                <a:ea typeface="Malgun Gothic"/>
                <a:cs typeface="Malgun Gothic"/>
              </a:defRPr>
            </a:defPPr>
            <a:lvl1pPr>
              <a:defRPr sz="1875" b="1">
                <a:solidFill>
                  <a:srgbClr val="1769D2"/>
                </a:solidFill>
                <a:latin typeface="Malgun Gothic"/>
                <a:ea typeface="Malgun Gothic"/>
                <a:cs typeface="Malgun Gothic"/>
              </a:defRPr>
            </a:lvl1pPr>
            <a:lvl2pPr>
              <a:defRPr sz="1875" b="1">
                <a:solidFill>
                  <a:srgbClr val="1769D2"/>
                </a:solidFill>
                <a:latin typeface="Malgun Gothic"/>
                <a:ea typeface="Malgun Gothic"/>
                <a:cs typeface="Malgun Gothic"/>
              </a:defRPr>
            </a:lvl2pPr>
            <a:lvl3pPr>
              <a:defRPr sz="1875" b="1">
                <a:solidFill>
                  <a:srgbClr val="1769D2"/>
                </a:solidFill>
                <a:latin typeface="Malgun Gothic"/>
                <a:ea typeface="Malgun Gothic"/>
                <a:cs typeface="Malgun Gothic"/>
              </a:defRPr>
            </a:lvl3pPr>
            <a:lvl4pPr>
              <a:defRPr sz="1875" b="1">
                <a:solidFill>
                  <a:srgbClr val="1769D2"/>
                </a:solidFill>
                <a:latin typeface="Malgun Gothic"/>
                <a:ea typeface="Malgun Gothic"/>
                <a:cs typeface="Malgun Gothic"/>
              </a:defRPr>
            </a:lvl4pPr>
            <a:lvl5pPr>
              <a:defRPr sz="1875" b="1">
                <a:solidFill>
                  <a:srgbClr val="1769D2"/>
                </a:solidFill>
                <a:latin typeface="Malgun Gothic"/>
                <a:ea typeface="Malgun Gothic"/>
                <a:cs typeface="Malgun Gothic"/>
              </a:defRPr>
            </a:lvl5pPr>
            <a:lvl6pPr>
              <a:defRPr sz="1875" b="1">
                <a:solidFill>
                  <a:srgbClr val="1769D2"/>
                </a:solidFill>
                <a:latin typeface="Malgun Gothic"/>
                <a:ea typeface="Malgun Gothic"/>
                <a:cs typeface="Malgun Gothic"/>
              </a:defRPr>
            </a:lvl6pPr>
            <a:lvl7pPr>
              <a:defRPr sz="1875" b="1">
                <a:solidFill>
                  <a:srgbClr val="1769D2"/>
                </a:solidFill>
                <a:latin typeface="Malgun Gothic"/>
                <a:ea typeface="Malgun Gothic"/>
                <a:cs typeface="Malgun Gothic"/>
              </a:defRPr>
            </a:lvl7pPr>
            <a:lvl8pPr>
              <a:defRPr sz="1875" b="1">
                <a:solidFill>
                  <a:srgbClr val="1769D2"/>
                </a:solidFill>
                <a:latin typeface="Malgun Gothic"/>
                <a:ea typeface="Malgun Gothic"/>
                <a:cs typeface="Malgun Gothic"/>
              </a:defRPr>
            </a:lvl8pPr>
            <a:lvl9pPr>
              <a:defRPr sz="1875" b="1">
                <a:solidFill>
                  <a:srgbClr val="1769D2"/>
                </a:solidFill>
                <a:latin typeface="Malgun Gothic"/>
                <a:ea typeface="Malgun Gothic"/>
                <a:cs typeface="Malgun Gothic"/>
              </a:defRPr>
            </a:lvl9pPr>
          </a:lstStyle>
          <a:p xmlns:a="http://schemas.openxmlformats.org/drawingml/2006/main">
            <a:pPr>
              <a:defRPr sz="1875" b="1">
                <a:solidFill>
                  <a:srgbClr val="1769D2"/>
                </a:solidFill>
                <a:latin typeface="Malgun Gothic"/>
                <a:ea typeface="Malgun Gothic"/>
                <a:cs typeface="Malgun Gothic"/>
              </a:defRPr>
            </a:pPr>
            <a:r>
              <a:rPr sz="1875" b="1">
                <a:solidFill>
                  <a:srgbClr val="1769D2"/>
                </a:solidFill>
                <a:latin typeface="Malgun Gothic"/>
                <a:ea typeface="Malgun Gothic"/>
                <a:cs typeface="Malgun Gothic"/>
              </a:rPr>
              <a:t>02</a:t>
            </a:r>
          </a:p>
        </p:txBody>
      </p:sp>
      <p:sp>
        <p:nvSpPr>
          <p:cNvPr id="22" name="">
            <a:extLst xmlns:a="http://schemas.openxmlformats.org/drawingml/2006/main">
              <a:ext uri="{FF2B5EF4-FFF2-40B4-BE49-F238E27FC236}">
                <a16:creationId xmlns:a16="http://schemas.microsoft.com/office/drawing/2014/main" id="{D73B113B-FD4B-4678-85CE-76D41B14DF35}"/>
              </a:ext>
            </a:extLst>
          </p:cNvPr>
          <p:cNvSpPr>
            <a:spLocks xmlns:a="http://schemas.openxmlformats.org/drawingml/2006/main" noGrp="1"/>
          </p:cNvSpPr>
          <p:nvPr/>
        </p:nvSpPr>
        <p:spPr>
          <a:xfrm xmlns:a="http://schemas.openxmlformats.org/drawingml/2006/main">
            <a:off x="8496300" y="4572000"/>
            <a:ext cx="586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요청문 전달 후 수정·재검사</a:t>
            </a:r>
          </a:p>
        </p:txBody>
      </p:sp>
      <p:sp>
        <p:nvSpPr>
          <p:cNvPr id="23" name="">
            <a:extLst xmlns:a="http://schemas.openxmlformats.org/drawingml/2006/main">
              <a:ext uri="{FF2B5EF4-FFF2-40B4-BE49-F238E27FC236}">
                <a16:creationId xmlns:a16="http://schemas.microsoft.com/office/drawing/2014/main" id="{3073E9E5-D569-4D5C-ABD0-465C7FA02AAD}"/>
              </a:ext>
            </a:extLst>
          </p:cNvPr>
          <p:cNvSpPr>
            <a:spLocks xmlns:a="http://schemas.openxmlformats.org/drawingml/2006/main" noGrp="1"/>
          </p:cNvSpPr>
          <p:nvPr/>
        </p:nvSpPr>
        <p:spPr>
          <a:xfrm xmlns:a="http://schemas.openxmlformats.org/drawingml/2006/main">
            <a:off x="8496300" y="5000625"/>
            <a:ext cx="5867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E7085"/>
                </a:solidFill>
                <a:latin typeface="Malgun Gothic"/>
                <a:ea typeface="Malgun Gothic"/>
                <a:cs typeface="Malgun Gothic"/>
              </a:defRPr>
            </a:defPPr>
            <a:lvl1pPr>
              <a:defRPr sz="1800" b="0">
                <a:solidFill>
                  <a:srgbClr val="5E7085"/>
                </a:solidFill>
                <a:latin typeface="Malgun Gothic"/>
                <a:ea typeface="Malgun Gothic"/>
                <a:cs typeface="Malgun Gothic"/>
              </a:defRPr>
            </a:lvl1pPr>
            <a:lvl2pPr>
              <a:defRPr sz="1800" b="0">
                <a:solidFill>
                  <a:srgbClr val="5E7085"/>
                </a:solidFill>
                <a:latin typeface="Malgun Gothic"/>
                <a:ea typeface="Malgun Gothic"/>
                <a:cs typeface="Malgun Gothic"/>
              </a:defRPr>
            </a:lvl2pPr>
            <a:lvl3pPr>
              <a:defRPr sz="1800" b="0">
                <a:solidFill>
                  <a:srgbClr val="5E7085"/>
                </a:solidFill>
                <a:latin typeface="Malgun Gothic"/>
                <a:ea typeface="Malgun Gothic"/>
                <a:cs typeface="Malgun Gothic"/>
              </a:defRPr>
            </a:lvl3pPr>
            <a:lvl4pPr>
              <a:defRPr sz="1800" b="0">
                <a:solidFill>
                  <a:srgbClr val="5E7085"/>
                </a:solidFill>
                <a:latin typeface="Malgun Gothic"/>
                <a:ea typeface="Malgun Gothic"/>
                <a:cs typeface="Malgun Gothic"/>
              </a:defRPr>
            </a:lvl4pPr>
            <a:lvl5pPr>
              <a:defRPr sz="1800" b="0">
                <a:solidFill>
                  <a:srgbClr val="5E7085"/>
                </a:solidFill>
                <a:latin typeface="Malgun Gothic"/>
                <a:ea typeface="Malgun Gothic"/>
                <a:cs typeface="Malgun Gothic"/>
              </a:defRPr>
            </a:lvl5pPr>
            <a:lvl6pPr>
              <a:defRPr sz="1800" b="0">
                <a:solidFill>
                  <a:srgbClr val="5E7085"/>
                </a:solidFill>
                <a:latin typeface="Malgun Gothic"/>
                <a:ea typeface="Malgun Gothic"/>
                <a:cs typeface="Malgun Gothic"/>
              </a:defRPr>
            </a:lvl6pPr>
            <a:lvl7pPr>
              <a:defRPr sz="1800" b="0">
                <a:solidFill>
                  <a:srgbClr val="5E7085"/>
                </a:solidFill>
                <a:latin typeface="Malgun Gothic"/>
                <a:ea typeface="Malgun Gothic"/>
                <a:cs typeface="Malgun Gothic"/>
              </a:defRPr>
            </a:lvl7pPr>
            <a:lvl8pPr>
              <a:defRPr sz="1800" b="0">
                <a:solidFill>
                  <a:srgbClr val="5E7085"/>
                </a:solidFill>
                <a:latin typeface="Malgun Gothic"/>
                <a:ea typeface="Malgun Gothic"/>
                <a:cs typeface="Malgun Gothic"/>
              </a:defRPr>
            </a:lvl8pPr>
            <a:lvl9pPr>
              <a:defRPr sz="1800" b="0">
                <a:solidFill>
                  <a:srgbClr val="5E7085"/>
                </a:solidFill>
                <a:latin typeface="Malgun Gothic"/>
                <a:ea typeface="Malgun Gothic"/>
                <a:cs typeface="Malgun Gothic"/>
              </a:defRPr>
            </a:lvl9pPr>
          </a:lstStyle>
          <a:p xmlns:a="http://schemas.openxmlformats.org/drawingml/2006/main">
            <a:pPr>
              <a:defRPr sz="1800" b="0">
                <a:solidFill>
                  <a:srgbClr val="5E7085"/>
                </a:solidFill>
                <a:latin typeface="Malgun Gothic"/>
                <a:ea typeface="Malgun Gothic"/>
                <a:cs typeface="Malgun Gothic"/>
              </a:defRPr>
            </a:pPr>
            <a:r>
              <a:rPr sz="1800" b="0">
                <a:solidFill>
                  <a:srgbClr val="5E7085"/>
                </a:solidFill>
                <a:latin typeface="Malgun Gothic"/>
                <a:ea typeface="Malgun Gothic"/>
                <a:cs typeface="Malgun Gothic"/>
              </a:rPr>
              <a:t>개발자는 AI에 수정을 요청하고 결과를 확인</a:t>
            </a:r>
          </a:p>
        </p:txBody>
      </p:sp>
      <p:sp>
        <p:nvSpPr>
          <p:cNvPr id="24" name="">
            <a:extLst xmlns:a="http://schemas.openxmlformats.org/drawingml/2006/main">
              <a:ext uri="{FF2B5EF4-FFF2-40B4-BE49-F238E27FC236}">
                <a16:creationId xmlns:a16="http://schemas.microsoft.com/office/drawing/2014/main" id="{9C816BC4-D380-41D0-94ED-02CD5076501C}"/>
              </a:ext>
            </a:extLst>
          </p:cNvPr>
          <p:cNvSpPr>
            <a:spLocks xmlns:a="http://schemas.openxmlformats.org/drawingml/2006/main" noGrp="1"/>
          </p:cNvSpPr>
          <p:nvPr/>
        </p:nvSpPr>
        <p:spPr>
          <a:xfrm xmlns:a="http://schemas.openxmlformats.org/drawingml/2006/main">
            <a:off x="571500" y="6067425"/>
            <a:ext cx="14097000" cy="838200"/>
          </a:xfrm>
          <a:prstGeom xmlns:a="http://schemas.openxmlformats.org/drawingml/2006/main" prst="rect">
            <a:avLst/>
          </a:prstGeom>
          <a:solidFill xmlns:a="http://schemas.openxmlformats.org/drawingml/2006/main">
            <a:srgbClr val="132D5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D6B778F-614A-48BB-823B-BA6849AD822A}"/>
              </a:ext>
            </a:extLst>
          </p:cNvPr>
          <p:cNvSpPr>
            <a:spLocks xmlns:a="http://schemas.openxmlformats.org/drawingml/2006/main" noGrp="1"/>
          </p:cNvSpPr>
          <p:nvPr/>
        </p:nvSpPr>
        <p:spPr>
          <a:xfrm xmlns:a="http://schemas.openxmlformats.org/drawingml/2006/main">
            <a:off x="857250" y="6296025"/>
            <a:ext cx="1352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Malgun Gothic"/>
                <a:ea typeface="Malgun Gothic"/>
                <a:cs typeface="Malgun Gothic"/>
              </a:defRPr>
            </a:defPPr>
            <a:lvl1pPr>
              <a:defRPr sz="2475" b="1">
                <a:solidFill>
                  <a:srgbClr val="FFFFFF"/>
                </a:solidFill>
                <a:latin typeface="Malgun Gothic"/>
                <a:ea typeface="Malgun Gothic"/>
                <a:cs typeface="Malgun Gothic"/>
              </a:defRPr>
            </a:lvl1pPr>
            <a:lvl2pPr>
              <a:defRPr sz="2475" b="1">
                <a:solidFill>
                  <a:srgbClr val="FFFFFF"/>
                </a:solidFill>
                <a:latin typeface="Malgun Gothic"/>
                <a:ea typeface="Malgun Gothic"/>
                <a:cs typeface="Malgun Gothic"/>
              </a:defRPr>
            </a:lvl2pPr>
            <a:lvl3pPr>
              <a:defRPr sz="2475" b="1">
                <a:solidFill>
                  <a:srgbClr val="FFFFFF"/>
                </a:solidFill>
                <a:latin typeface="Malgun Gothic"/>
                <a:ea typeface="Malgun Gothic"/>
                <a:cs typeface="Malgun Gothic"/>
              </a:defRPr>
            </a:lvl3pPr>
            <a:lvl4pPr>
              <a:defRPr sz="2475" b="1">
                <a:solidFill>
                  <a:srgbClr val="FFFFFF"/>
                </a:solidFill>
                <a:latin typeface="Malgun Gothic"/>
                <a:ea typeface="Malgun Gothic"/>
                <a:cs typeface="Malgun Gothic"/>
              </a:defRPr>
            </a:lvl4pPr>
            <a:lvl5pPr>
              <a:defRPr sz="2475" b="1">
                <a:solidFill>
                  <a:srgbClr val="FFFFFF"/>
                </a:solidFill>
                <a:latin typeface="Malgun Gothic"/>
                <a:ea typeface="Malgun Gothic"/>
                <a:cs typeface="Malgun Gothic"/>
              </a:defRPr>
            </a:lvl5pPr>
            <a:lvl6pPr>
              <a:defRPr sz="2475" b="1">
                <a:solidFill>
                  <a:srgbClr val="FFFFFF"/>
                </a:solidFill>
                <a:latin typeface="Malgun Gothic"/>
                <a:ea typeface="Malgun Gothic"/>
                <a:cs typeface="Malgun Gothic"/>
              </a:defRPr>
            </a:lvl6pPr>
            <a:lvl7pPr>
              <a:defRPr sz="2475" b="1">
                <a:solidFill>
                  <a:srgbClr val="FFFFFF"/>
                </a:solidFill>
                <a:latin typeface="Malgun Gothic"/>
                <a:ea typeface="Malgun Gothic"/>
                <a:cs typeface="Malgun Gothic"/>
              </a:defRPr>
            </a:lvl7pPr>
            <a:lvl8pPr>
              <a:defRPr sz="2475" b="1">
                <a:solidFill>
                  <a:srgbClr val="FFFFFF"/>
                </a:solidFill>
                <a:latin typeface="Malgun Gothic"/>
                <a:ea typeface="Malgun Gothic"/>
                <a:cs typeface="Malgun Gothic"/>
              </a:defRPr>
            </a:lvl8pPr>
            <a:lvl9pPr>
              <a:defRPr sz="2475" b="1">
                <a:solidFill>
                  <a:srgbClr val="FFFFFF"/>
                </a:solidFill>
                <a:latin typeface="Malgun Gothic"/>
                <a:ea typeface="Malgun Gothic"/>
                <a:cs typeface="Malgun Gothic"/>
              </a:defRPr>
            </a:lvl9pPr>
          </a:lstStyle>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문의 전에 스스로 확인하고, 고칠 내용과 다음 행동을 쉽게 안내</a:t>
            </a:r>
          </a:p>
        </p:txBody>
      </p:sp>
      <p:sp>
        <p:nvSpPr>
          <p:cNvPr id="26" name="">
            <a:extLst xmlns:a="http://schemas.openxmlformats.org/drawingml/2006/main">
              <a:ext uri="{FF2B5EF4-FFF2-40B4-BE49-F238E27FC236}">
                <a16:creationId xmlns:a16="http://schemas.microsoft.com/office/drawing/2014/main" id="{898D4902-8F48-4B68-98A5-DC86BDE4F90C}"/>
              </a:ext>
            </a:extLst>
          </p:cNvPr>
          <p:cNvSpPr>
            <a:spLocks xmlns:a="http://schemas.openxmlformats.org/drawingml/2006/main" noGrp="1"/>
          </p:cNvSpPr>
          <p:nvPr/>
        </p:nvSpPr>
        <p:spPr>
          <a:xfrm xmlns:a="http://schemas.openxmlformats.org/drawingml/2006/main">
            <a:off x="571500" y="7153275"/>
            <a:ext cx="1409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1364D"/>
                </a:solidFill>
                <a:latin typeface="Malgun Gothic"/>
                <a:ea typeface="Malgun Gothic"/>
                <a:cs typeface="Malgun Gothic"/>
              </a:defRPr>
            </a:defPPr>
            <a:lvl1pPr>
              <a:defRPr sz="1875" b="0">
                <a:solidFill>
                  <a:srgbClr val="21364D"/>
                </a:solidFill>
                <a:latin typeface="Malgun Gothic"/>
                <a:ea typeface="Malgun Gothic"/>
                <a:cs typeface="Malgun Gothic"/>
              </a:defRPr>
            </a:lvl1pPr>
            <a:lvl2pPr>
              <a:defRPr sz="1875" b="0">
                <a:solidFill>
                  <a:srgbClr val="21364D"/>
                </a:solidFill>
                <a:latin typeface="Malgun Gothic"/>
                <a:ea typeface="Malgun Gothic"/>
                <a:cs typeface="Malgun Gothic"/>
              </a:defRPr>
            </a:lvl2pPr>
            <a:lvl3pPr>
              <a:defRPr sz="1875" b="0">
                <a:solidFill>
                  <a:srgbClr val="21364D"/>
                </a:solidFill>
                <a:latin typeface="Malgun Gothic"/>
                <a:ea typeface="Malgun Gothic"/>
                <a:cs typeface="Malgun Gothic"/>
              </a:defRPr>
            </a:lvl3pPr>
            <a:lvl4pPr>
              <a:defRPr sz="1875" b="0">
                <a:solidFill>
                  <a:srgbClr val="21364D"/>
                </a:solidFill>
                <a:latin typeface="Malgun Gothic"/>
                <a:ea typeface="Malgun Gothic"/>
                <a:cs typeface="Malgun Gothic"/>
              </a:defRPr>
            </a:lvl4pPr>
            <a:lvl5pPr>
              <a:defRPr sz="1875" b="0">
                <a:solidFill>
                  <a:srgbClr val="21364D"/>
                </a:solidFill>
                <a:latin typeface="Malgun Gothic"/>
                <a:ea typeface="Malgun Gothic"/>
                <a:cs typeface="Malgun Gothic"/>
              </a:defRPr>
            </a:lvl5pPr>
            <a:lvl6pPr>
              <a:defRPr sz="1875" b="0">
                <a:solidFill>
                  <a:srgbClr val="21364D"/>
                </a:solidFill>
                <a:latin typeface="Malgun Gothic"/>
                <a:ea typeface="Malgun Gothic"/>
                <a:cs typeface="Malgun Gothic"/>
              </a:defRPr>
            </a:lvl6pPr>
            <a:lvl7pPr>
              <a:defRPr sz="1875" b="0">
                <a:solidFill>
                  <a:srgbClr val="21364D"/>
                </a:solidFill>
                <a:latin typeface="Malgun Gothic"/>
                <a:ea typeface="Malgun Gothic"/>
                <a:cs typeface="Malgun Gothic"/>
              </a:defRPr>
            </a:lvl7pPr>
            <a:lvl8pPr>
              <a:defRPr sz="1875" b="0">
                <a:solidFill>
                  <a:srgbClr val="21364D"/>
                </a:solidFill>
                <a:latin typeface="Malgun Gothic"/>
                <a:ea typeface="Malgun Gothic"/>
                <a:cs typeface="Malgun Gothic"/>
              </a:defRPr>
            </a:lvl8pPr>
            <a:lvl9pPr>
              <a:defRPr sz="1875" b="0">
                <a:solidFill>
                  <a:srgbClr val="21364D"/>
                </a:solidFill>
                <a:latin typeface="Malgun Gothic"/>
                <a:ea typeface="Malgun Gothic"/>
                <a:cs typeface="Malgun Gothic"/>
              </a:defRPr>
            </a:lvl9pPr>
          </a:lstStyle>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기대효과   보안 문의·분석의 반복 부담 완화  /  수정 요청 방식의 표준화</a:t>
            </a:r>
          </a:p>
        </p:txBody>
      </p:sp>
      <p:sp>
        <p:nvSpPr>
          <p:cNvPr id="27" name="">
            <a:extLst xmlns:a="http://schemas.openxmlformats.org/drawingml/2006/main">
              <a:ext uri="{FF2B5EF4-FFF2-40B4-BE49-F238E27FC236}">
                <a16:creationId xmlns:a16="http://schemas.microsoft.com/office/drawing/2014/main" id="{7541DD9F-CE2E-4AAB-9A21-9CF0B1D36DC5}"/>
              </a:ext>
            </a:extLst>
          </p:cNvPr>
          <p:cNvSpPr>
            <a:spLocks xmlns:a="http://schemas.openxmlformats.org/drawingml/2006/main" noGrp="1"/>
          </p:cNvSpPr>
          <p:nvPr/>
        </p:nvSpPr>
        <p:spPr>
          <a:xfrm xmlns:a="http://schemas.openxmlformats.org/drawingml/2006/main">
            <a:off x="571500" y="7629525"/>
            <a:ext cx="1409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E7085"/>
                </a:solidFill>
                <a:latin typeface="Malgun Gothic"/>
                <a:ea typeface="Malgun Gothic"/>
                <a:cs typeface="Malgun Gothic"/>
              </a:defRPr>
            </a:defPPr>
            <a:lvl1pPr>
              <a:defRPr sz="1425" b="0">
                <a:solidFill>
                  <a:srgbClr val="5E7085"/>
                </a:solidFill>
                <a:latin typeface="Malgun Gothic"/>
                <a:ea typeface="Malgun Gothic"/>
                <a:cs typeface="Malgun Gothic"/>
              </a:defRPr>
            </a:lvl1pPr>
            <a:lvl2pPr>
              <a:defRPr sz="1425" b="0">
                <a:solidFill>
                  <a:srgbClr val="5E7085"/>
                </a:solidFill>
                <a:latin typeface="Malgun Gothic"/>
                <a:ea typeface="Malgun Gothic"/>
                <a:cs typeface="Malgun Gothic"/>
              </a:defRPr>
            </a:lvl2pPr>
            <a:lvl3pPr>
              <a:defRPr sz="1425" b="0">
                <a:solidFill>
                  <a:srgbClr val="5E7085"/>
                </a:solidFill>
                <a:latin typeface="Malgun Gothic"/>
                <a:ea typeface="Malgun Gothic"/>
                <a:cs typeface="Malgun Gothic"/>
              </a:defRPr>
            </a:lvl3pPr>
            <a:lvl4pPr>
              <a:defRPr sz="1425" b="0">
                <a:solidFill>
                  <a:srgbClr val="5E7085"/>
                </a:solidFill>
                <a:latin typeface="Malgun Gothic"/>
                <a:ea typeface="Malgun Gothic"/>
                <a:cs typeface="Malgun Gothic"/>
              </a:defRPr>
            </a:lvl4pPr>
            <a:lvl5pPr>
              <a:defRPr sz="1425" b="0">
                <a:solidFill>
                  <a:srgbClr val="5E7085"/>
                </a:solidFill>
                <a:latin typeface="Malgun Gothic"/>
                <a:ea typeface="Malgun Gothic"/>
                <a:cs typeface="Malgun Gothic"/>
              </a:defRPr>
            </a:lvl5pPr>
            <a:lvl6pPr>
              <a:defRPr sz="1425" b="0">
                <a:solidFill>
                  <a:srgbClr val="5E7085"/>
                </a:solidFill>
                <a:latin typeface="Malgun Gothic"/>
                <a:ea typeface="Malgun Gothic"/>
                <a:cs typeface="Malgun Gothic"/>
              </a:defRPr>
            </a:lvl6pPr>
            <a:lvl7pPr>
              <a:defRPr sz="1425" b="0">
                <a:solidFill>
                  <a:srgbClr val="5E7085"/>
                </a:solidFill>
                <a:latin typeface="Malgun Gothic"/>
                <a:ea typeface="Malgun Gothic"/>
                <a:cs typeface="Malgun Gothic"/>
              </a:defRPr>
            </a:lvl7pPr>
            <a:lvl8pPr>
              <a:defRPr sz="1425" b="0">
                <a:solidFill>
                  <a:srgbClr val="5E7085"/>
                </a:solidFill>
                <a:latin typeface="Malgun Gothic"/>
                <a:ea typeface="Malgun Gothic"/>
                <a:cs typeface="Malgun Gothic"/>
              </a:defRPr>
            </a:lvl8pPr>
            <a:lvl9pPr>
              <a:defRPr sz="1425" b="0">
                <a:solidFill>
                  <a:srgbClr val="5E7085"/>
                </a:solidFill>
                <a:latin typeface="Malgun Gothic"/>
                <a:ea typeface="Malgun Gothic"/>
                <a:cs typeface="Malgun Gothic"/>
              </a:defRPr>
            </a:lvl9pPr>
          </a:lstStyle>
          <a:p xmlns:a="http://schemas.openxmlformats.org/drawingml/2006/main">
            <a:pPr>
              <a:defRPr sz="1425" b="0">
                <a:solidFill>
                  <a:srgbClr val="5E7085"/>
                </a:solidFill>
                <a:latin typeface="Malgun Gothic"/>
                <a:ea typeface="Malgun Gothic"/>
                <a:cs typeface="Malgun Gothic"/>
              </a:defRPr>
            </a:pPr>
            <a:r>
              <a:rPr sz="1425" b="0">
                <a:solidFill>
                  <a:srgbClr val="5E7085"/>
                </a:solidFill>
                <a:latin typeface="Malgun Gothic"/>
                <a:ea typeface="Malgun Gothic"/>
                <a:cs typeface="Malgun Gothic"/>
              </a:rPr>
              <a:t>작업시간: PoC 실측 전. 설계서의 전체 검증 업무와 범위가 달라 감소시간 직접 비교 제외</a:t>
            </a:r>
          </a:p>
        </p:txBody>
      </p:sp>
    </p:spTree>
    <p:extLst>
      <p:ext uri="{BB962C8B-B14F-4D97-AF65-F5344CB8AC3E}">
        <p14:creationId xmlns:p14="http://schemas.microsoft.com/office/powerpoint/2010/main" val="6452423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BE4BF2C-9B62-4A56-AFFA-7336EF3B5467}"/>
              </a:ext>
            </a:extLst>
          </p:cNvPr>
          <p:cNvSpPr>
            <a:spLocks xmlns:a="http://schemas.openxmlformats.org/drawingml/2006/main" noGrp="1"/>
          </p:cNvSpPr>
          <p:nvPr/>
        </p:nvSpPr>
        <p:spPr>
          <a:xfrm xmlns:a="http://schemas.openxmlformats.org/drawingml/2006/main">
            <a:off x="571500" y="3048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1769D2"/>
                </a:solidFill>
                <a:latin typeface="Malgun Gothic"/>
                <a:ea typeface="Malgun Gothic"/>
                <a:cs typeface="Malgun Gothic"/>
              </a:defRPr>
            </a:defPPr>
            <a:lvl1pPr>
              <a:defRPr sz="1500" b="1">
                <a:solidFill>
                  <a:srgbClr val="1769D2"/>
                </a:solidFill>
                <a:latin typeface="Malgun Gothic"/>
                <a:ea typeface="Malgun Gothic"/>
                <a:cs typeface="Malgun Gothic"/>
              </a:defRPr>
            </a:lvl1pPr>
            <a:lvl2pPr>
              <a:defRPr sz="1500" b="1">
                <a:solidFill>
                  <a:srgbClr val="1769D2"/>
                </a:solidFill>
                <a:latin typeface="Malgun Gothic"/>
                <a:ea typeface="Malgun Gothic"/>
                <a:cs typeface="Malgun Gothic"/>
              </a:defRPr>
            </a:lvl2pPr>
            <a:lvl3pPr>
              <a:defRPr sz="1500" b="1">
                <a:solidFill>
                  <a:srgbClr val="1769D2"/>
                </a:solidFill>
                <a:latin typeface="Malgun Gothic"/>
                <a:ea typeface="Malgun Gothic"/>
                <a:cs typeface="Malgun Gothic"/>
              </a:defRPr>
            </a:lvl3pPr>
            <a:lvl4pPr>
              <a:defRPr sz="1500" b="1">
                <a:solidFill>
                  <a:srgbClr val="1769D2"/>
                </a:solidFill>
                <a:latin typeface="Malgun Gothic"/>
                <a:ea typeface="Malgun Gothic"/>
                <a:cs typeface="Malgun Gothic"/>
              </a:defRPr>
            </a:lvl4pPr>
            <a:lvl5pPr>
              <a:defRPr sz="1500" b="1">
                <a:solidFill>
                  <a:srgbClr val="1769D2"/>
                </a:solidFill>
                <a:latin typeface="Malgun Gothic"/>
                <a:ea typeface="Malgun Gothic"/>
                <a:cs typeface="Malgun Gothic"/>
              </a:defRPr>
            </a:lvl5pPr>
            <a:lvl6pPr>
              <a:defRPr sz="1500" b="1">
                <a:solidFill>
                  <a:srgbClr val="1769D2"/>
                </a:solidFill>
                <a:latin typeface="Malgun Gothic"/>
                <a:ea typeface="Malgun Gothic"/>
                <a:cs typeface="Malgun Gothic"/>
              </a:defRPr>
            </a:lvl6pPr>
            <a:lvl7pPr>
              <a:defRPr sz="1500" b="1">
                <a:solidFill>
                  <a:srgbClr val="1769D2"/>
                </a:solidFill>
                <a:latin typeface="Malgun Gothic"/>
                <a:ea typeface="Malgun Gothic"/>
                <a:cs typeface="Malgun Gothic"/>
              </a:defRPr>
            </a:lvl7pPr>
            <a:lvl8pPr>
              <a:defRPr sz="1500" b="1">
                <a:solidFill>
                  <a:srgbClr val="1769D2"/>
                </a:solidFill>
                <a:latin typeface="Malgun Gothic"/>
                <a:ea typeface="Malgun Gothic"/>
                <a:cs typeface="Malgun Gothic"/>
              </a:defRPr>
            </a:lvl8pPr>
            <a:lvl9pPr>
              <a:defRPr sz="1500" b="1">
                <a:solidFill>
                  <a:srgbClr val="1769D2"/>
                </a:solidFill>
                <a:latin typeface="Malgun Gothic"/>
                <a:ea typeface="Malgun Gothic"/>
                <a:cs typeface="Malgun Gothic"/>
              </a:defRPr>
            </a:lvl9pPr>
          </a:lstStyle>
          <a:p xmlns:a="http://schemas.openxmlformats.org/drawingml/2006/main">
            <a:pPr>
              <a:defRPr sz="1500" b="1">
                <a:solidFill>
                  <a:srgbClr val="1769D2"/>
                </a:solidFill>
                <a:latin typeface="Malgun Gothic"/>
                <a:ea typeface="Malgun Gothic"/>
                <a:cs typeface="Malgun Gothic"/>
              </a:defRPr>
            </a:pPr>
            <a:r>
              <a:rPr sz="1500" b="1">
                <a:solidFill>
                  <a:srgbClr val="1769D2"/>
                </a:solidFill>
                <a:latin typeface="Malgun Gothic"/>
                <a:ea typeface="Malgun Gothic"/>
                <a:cs typeface="Malgun Gothic"/>
              </a:rPr>
              <a:t>AX 혁신 TF  ·  Agent 개발성과</a:t>
            </a:r>
          </a:p>
        </p:txBody>
      </p:sp>
      <p:sp>
        <p:nvSpPr>
          <p:cNvPr id="2" name="">
            <a:extLst xmlns:a="http://schemas.openxmlformats.org/drawingml/2006/main">
              <a:ext uri="{FF2B5EF4-FFF2-40B4-BE49-F238E27FC236}">
                <a16:creationId xmlns:a16="http://schemas.microsoft.com/office/drawing/2014/main" id="{F79BB8B3-51F1-4734-B94F-B3A43A7064A9}"/>
              </a:ext>
            </a:extLst>
          </p:cNvPr>
          <p:cNvSpPr>
            <a:spLocks xmlns:a="http://schemas.openxmlformats.org/drawingml/2006/main" noGrp="1"/>
          </p:cNvSpPr>
          <p:nvPr/>
        </p:nvSpPr>
        <p:spPr>
          <a:xfrm xmlns:a="http://schemas.openxmlformats.org/drawingml/2006/main">
            <a:off x="571500" y="781050"/>
            <a:ext cx="1409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132D50"/>
                </a:solidFill>
                <a:latin typeface="Malgun Gothic"/>
                <a:ea typeface="Malgun Gothic"/>
                <a:cs typeface="Malgun Gothic"/>
              </a:defRPr>
            </a:defPPr>
            <a:lvl1pPr>
              <a:defRPr sz="3450" b="1">
                <a:solidFill>
                  <a:srgbClr val="132D50"/>
                </a:solidFill>
                <a:latin typeface="Malgun Gothic"/>
                <a:ea typeface="Malgun Gothic"/>
                <a:cs typeface="Malgun Gothic"/>
              </a:defRPr>
            </a:lvl1pPr>
            <a:lvl2pPr>
              <a:defRPr sz="3450" b="1">
                <a:solidFill>
                  <a:srgbClr val="132D50"/>
                </a:solidFill>
                <a:latin typeface="Malgun Gothic"/>
                <a:ea typeface="Malgun Gothic"/>
                <a:cs typeface="Malgun Gothic"/>
              </a:defRPr>
            </a:lvl2pPr>
            <a:lvl3pPr>
              <a:defRPr sz="3450" b="1">
                <a:solidFill>
                  <a:srgbClr val="132D50"/>
                </a:solidFill>
                <a:latin typeface="Malgun Gothic"/>
                <a:ea typeface="Malgun Gothic"/>
                <a:cs typeface="Malgun Gothic"/>
              </a:defRPr>
            </a:lvl3pPr>
            <a:lvl4pPr>
              <a:defRPr sz="3450" b="1">
                <a:solidFill>
                  <a:srgbClr val="132D50"/>
                </a:solidFill>
                <a:latin typeface="Malgun Gothic"/>
                <a:ea typeface="Malgun Gothic"/>
                <a:cs typeface="Malgun Gothic"/>
              </a:defRPr>
            </a:lvl4pPr>
            <a:lvl5pPr>
              <a:defRPr sz="3450" b="1">
                <a:solidFill>
                  <a:srgbClr val="132D50"/>
                </a:solidFill>
                <a:latin typeface="Malgun Gothic"/>
                <a:ea typeface="Malgun Gothic"/>
                <a:cs typeface="Malgun Gothic"/>
              </a:defRPr>
            </a:lvl5pPr>
            <a:lvl6pPr>
              <a:defRPr sz="3450" b="1">
                <a:solidFill>
                  <a:srgbClr val="132D50"/>
                </a:solidFill>
                <a:latin typeface="Malgun Gothic"/>
                <a:ea typeface="Malgun Gothic"/>
                <a:cs typeface="Malgun Gothic"/>
              </a:defRPr>
            </a:lvl6pPr>
            <a:lvl7pPr>
              <a:defRPr sz="3450" b="1">
                <a:solidFill>
                  <a:srgbClr val="132D50"/>
                </a:solidFill>
                <a:latin typeface="Malgun Gothic"/>
                <a:ea typeface="Malgun Gothic"/>
                <a:cs typeface="Malgun Gothic"/>
              </a:defRPr>
            </a:lvl7pPr>
            <a:lvl8pPr>
              <a:defRPr sz="3450" b="1">
                <a:solidFill>
                  <a:srgbClr val="132D50"/>
                </a:solidFill>
                <a:latin typeface="Malgun Gothic"/>
                <a:ea typeface="Malgun Gothic"/>
                <a:cs typeface="Malgun Gothic"/>
              </a:defRPr>
            </a:lvl8pPr>
            <a:lvl9pPr>
              <a:defRPr sz="3450" b="1">
                <a:solidFill>
                  <a:srgbClr val="132D50"/>
                </a:solidFill>
                <a:latin typeface="Malgun Gothic"/>
                <a:ea typeface="Malgun Gothic"/>
                <a:cs typeface="Malgun Gothic"/>
              </a:defRPr>
            </a:lvl9pPr>
          </a:lstStyle>
          <a:p xmlns:a="http://schemas.openxmlformats.org/drawingml/2006/main">
            <a:pPr>
              <a:defRPr sz="3450" b="1">
                <a:solidFill>
                  <a:srgbClr val="132D50"/>
                </a:solidFill>
                <a:latin typeface="Malgun Gothic"/>
                <a:ea typeface="Malgun Gothic"/>
                <a:cs typeface="Malgun Gothic"/>
              </a:defRPr>
            </a:pPr>
            <a:r>
              <a:rPr sz="3450" b="1">
                <a:solidFill>
                  <a:srgbClr val="132D50"/>
                </a:solidFill>
                <a:latin typeface="Malgun Gothic"/>
                <a:ea typeface="Malgun Gothic"/>
                <a:cs typeface="Malgun Gothic"/>
              </a:rPr>
              <a:t>Agent 핵심 역할과 구현 범위</a:t>
            </a:r>
          </a:p>
        </p:txBody>
      </p:sp>
      <p:sp>
        <p:nvSpPr>
          <p:cNvPr id="3" name="">
            <a:extLst xmlns:a="http://schemas.openxmlformats.org/drawingml/2006/main">
              <a:ext uri="{FF2B5EF4-FFF2-40B4-BE49-F238E27FC236}">
                <a16:creationId xmlns:a16="http://schemas.microsoft.com/office/drawing/2014/main" id="{A950EDDC-F410-4BA7-BA96-314248D2CA28}"/>
              </a:ext>
            </a:extLst>
          </p:cNvPr>
          <p:cNvSpPr>
            <a:spLocks xmlns:a="http://schemas.openxmlformats.org/drawingml/2006/main" noGrp="1"/>
          </p:cNvSpPr>
          <p:nvPr/>
        </p:nvSpPr>
        <p:spPr>
          <a:xfrm xmlns:a="http://schemas.openxmlformats.org/drawingml/2006/main">
            <a:off x="571500" y="8096250"/>
            <a:ext cx="14097000" cy="9525"/>
          </a:xfrm>
          <a:prstGeom xmlns:a="http://schemas.openxmlformats.org/drawingml/2006/main" prst="rect">
            <a:avLst/>
          </a:prstGeom>
          <a:solidFill xmlns:a="http://schemas.openxmlformats.org/drawingml/2006/main">
            <a:srgbClr val="D8E2E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B7BBDD-0FA1-458B-B8C9-387902AA3B05}"/>
              </a:ext>
            </a:extLst>
          </p:cNvPr>
          <p:cNvSpPr>
            <a:spLocks xmlns:a="http://schemas.openxmlformats.org/drawingml/2006/main" noGrp="1"/>
          </p:cNvSpPr>
          <p:nvPr/>
        </p:nvSpPr>
        <p:spPr>
          <a:xfrm xmlns:a="http://schemas.openxmlformats.org/drawingml/2006/main">
            <a:off x="571500" y="82105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E7085"/>
                </a:solidFill>
                <a:latin typeface="Malgun Gothic"/>
                <a:ea typeface="Malgun Gothic"/>
                <a:cs typeface="Malgun Gothic"/>
              </a:defRPr>
            </a:defPPr>
            <a:lvl1pPr>
              <a:defRPr sz="1350" b="0">
                <a:solidFill>
                  <a:srgbClr val="5E7085"/>
                </a:solidFill>
                <a:latin typeface="Malgun Gothic"/>
                <a:ea typeface="Malgun Gothic"/>
                <a:cs typeface="Malgun Gothic"/>
              </a:defRPr>
            </a:lvl1pPr>
            <a:lvl2pPr>
              <a:defRPr sz="1350" b="0">
                <a:solidFill>
                  <a:srgbClr val="5E7085"/>
                </a:solidFill>
                <a:latin typeface="Malgun Gothic"/>
                <a:ea typeface="Malgun Gothic"/>
                <a:cs typeface="Malgun Gothic"/>
              </a:defRPr>
            </a:lvl2pPr>
            <a:lvl3pPr>
              <a:defRPr sz="1350" b="0">
                <a:solidFill>
                  <a:srgbClr val="5E7085"/>
                </a:solidFill>
                <a:latin typeface="Malgun Gothic"/>
                <a:ea typeface="Malgun Gothic"/>
                <a:cs typeface="Malgun Gothic"/>
              </a:defRPr>
            </a:lvl3pPr>
            <a:lvl4pPr>
              <a:defRPr sz="1350" b="0">
                <a:solidFill>
                  <a:srgbClr val="5E7085"/>
                </a:solidFill>
                <a:latin typeface="Malgun Gothic"/>
                <a:ea typeface="Malgun Gothic"/>
                <a:cs typeface="Malgun Gothic"/>
              </a:defRPr>
            </a:lvl4pPr>
            <a:lvl5pPr>
              <a:defRPr sz="1350" b="0">
                <a:solidFill>
                  <a:srgbClr val="5E7085"/>
                </a:solidFill>
                <a:latin typeface="Malgun Gothic"/>
                <a:ea typeface="Malgun Gothic"/>
                <a:cs typeface="Malgun Gothic"/>
              </a:defRPr>
            </a:lvl5pPr>
            <a:lvl6pPr>
              <a:defRPr sz="1350" b="0">
                <a:solidFill>
                  <a:srgbClr val="5E7085"/>
                </a:solidFill>
                <a:latin typeface="Malgun Gothic"/>
                <a:ea typeface="Malgun Gothic"/>
                <a:cs typeface="Malgun Gothic"/>
              </a:defRPr>
            </a:lvl6pPr>
            <a:lvl7pPr>
              <a:defRPr sz="1350" b="0">
                <a:solidFill>
                  <a:srgbClr val="5E7085"/>
                </a:solidFill>
                <a:latin typeface="Malgun Gothic"/>
                <a:ea typeface="Malgun Gothic"/>
                <a:cs typeface="Malgun Gothic"/>
              </a:defRPr>
            </a:lvl7pPr>
            <a:lvl8pPr>
              <a:defRPr sz="1350" b="0">
                <a:solidFill>
                  <a:srgbClr val="5E7085"/>
                </a:solidFill>
                <a:latin typeface="Malgun Gothic"/>
                <a:ea typeface="Malgun Gothic"/>
                <a:cs typeface="Malgun Gothic"/>
              </a:defRPr>
            </a:lvl8pPr>
            <a:lvl9pPr>
              <a:defRPr sz="1350" b="0">
                <a:solidFill>
                  <a:srgbClr val="5E7085"/>
                </a:solidFill>
                <a:latin typeface="Malgun Gothic"/>
                <a:ea typeface="Malgun Gothic"/>
                <a:cs typeface="Malgun Gothic"/>
              </a:defRPr>
            </a:lvl9pPr>
          </a:lstStyle>
          <a:p xmlns:a="http://schemas.openxmlformats.org/drawingml/2006/main">
            <a:pPr>
              <a:defRPr sz="1350" b="0">
                <a:solidFill>
                  <a:srgbClr val="5E7085"/>
                </a:solidFill>
                <a:latin typeface="Malgun Gothic"/>
                <a:ea typeface="Malgun Gothic"/>
                <a:cs typeface="Malgun Gothic"/>
              </a:defRPr>
            </a:pPr>
            <a:r>
              <a:rPr sz="1350" b="0">
                <a:solidFill>
                  <a:srgbClr val="5E7085"/>
                </a:solidFill>
                <a:latin typeface="Malgun Gothic"/>
                <a:ea typeface="Malgun Gothic"/>
                <a:cs typeface="Malgun Gothic"/>
              </a:rPr>
              <a:t>정보보호그룹  홍윤기</a:t>
            </a:r>
          </a:p>
        </p:txBody>
      </p:sp>
      <p:sp>
        <p:nvSpPr>
          <p:cNvPr id="5" name="">
            <a:extLst xmlns:a="http://schemas.openxmlformats.org/drawingml/2006/main">
              <a:ext uri="{FF2B5EF4-FFF2-40B4-BE49-F238E27FC236}">
                <a16:creationId xmlns:a16="http://schemas.microsoft.com/office/drawing/2014/main" id="{3211D0DB-C576-435C-9898-9C407EB8CC12}"/>
              </a:ext>
            </a:extLst>
          </p:cNvPr>
          <p:cNvSpPr>
            <a:spLocks xmlns:a="http://schemas.openxmlformats.org/drawingml/2006/main" noGrp="1"/>
          </p:cNvSpPr>
          <p:nvPr/>
        </p:nvSpPr>
        <p:spPr>
          <a:xfrm xmlns:a="http://schemas.openxmlformats.org/drawingml/2006/main">
            <a:off x="13525500" y="8210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5E7085"/>
                </a:solidFill>
                <a:latin typeface="Malgun Gothic"/>
                <a:ea typeface="Malgun Gothic"/>
                <a:cs typeface="Malgun Gothic"/>
              </a:defRPr>
            </a:defPPr>
            <a:lvl1pPr>
              <a:defRPr sz="1350" b="0">
                <a:solidFill>
                  <a:srgbClr val="5E7085"/>
                </a:solidFill>
                <a:latin typeface="Malgun Gothic"/>
                <a:ea typeface="Malgun Gothic"/>
                <a:cs typeface="Malgun Gothic"/>
              </a:defRPr>
            </a:lvl1pPr>
            <a:lvl2pPr>
              <a:defRPr sz="1350" b="0">
                <a:solidFill>
                  <a:srgbClr val="5E7085"/>
                </a:solidFill>
                <a:latin typeface="Malgun Gothic"/>
                <a:ea typeface="Malgun Gothic"/>
                <a:cs typeface="Malgun Gothic"/>
              </a:defRPr>
            </a:lvl2pPr>
            <a:lvl3pPr>
              <a:defRPr sz="1350" b="0">
                <a:solidFill>
                  <a:srgbClr val="5E7085"/>
                </a:solidFill>
                <a:latin typeface="Malgun Gothic"/>
                <a:ea typeface="Malgun Gothic"/>
                <a:cs typeface="Malgun Gothic"/>
              </a:defRPr>
            </a:lvl3pPr>
            <a:lvl4pPr>
              <a:defRPr sz="1350" b="0">
                <a:solidFill>
                  <a:srgbClr val="5E7085"/>
                </a:solidFill>
                <a:latin typeface="Malgun Gothic"/>
                <a:ea typeface="Malgun Gothic"/>
                <a:cs typeface="Malgun Gothic"/>
              </a:defRPr>
            </a:lvl4pPr>
            <a:lvl5pPr>
              <a:defRPr sz="1350" b="0">
                <a:solidFill>
                  <a:srgbClr val="5E7085"/>
                </a:solidFill>
                <a:latin typeface="Malgun Gothic"/>
                <a:ea typeface="Malgun Gothic"/>
                <a:cs typeface="Malgun Gothic"/>
              </a:defRPr>
            </a:lvl5pPr>
            <a:lvl6pPr>
              <a:defRPr sz="1350" b="0">
                <a:solidFill>
                  <a:srgbClr val="5E7085"/>
                </a:solidFill>
                <a:latin typeface="Malgun Gothic"/>
                <a:ea typeface="Malgun Gothic"/>
                <a:cs typeface="Malgun Gothic"/>
              </a:defRPr>
            </a:lvl6pPr>
            <a:lvl7pPr>
              <a:defRPr sz="1350" b="0">
                <a:solidFill>
                  <a:srgbClr val="5E7085"/>
                </a:solidFill>
                <a:latin typeface="Malgun Gothic"/>
                <a:ea typeface="Malgun Gothic"/>
                <a:cs typeface="Malgun Gothic"/>
              </a:defRPr>
            </a:lvl7pPr>
            <a:lvl8pPr>
              <a:defRPr sz="1350" b="0">
                <a:solidFill>
                  <a:srgbClr val="5E7085"/>
                </a:solidFill>
                <a:latin typeface="Malgun Gothic"/>
                <a:ea typeface="Malgun Gothic"/>
                <a:cs typeface="Malgun Gothic"/>
              </a:defRPr>
            </a:lvl8pPr>
            <a:lvl9pPr>
              <a:defRPr sz="1350" b="0">
                <a:solidFill>
                  <a:srgbClr val="5E7085"/>
                </a:solidFill>
                <a:latin typeface="Malgun Gothic"/>
                <a:ea typeface="Malgun Gothic"/>
                <a:cs typeface="Malgun Gothic"/>
              </a:defRPr>
            </a:lvl9pPr>
          </a:lstStyle>
          <a:p xmlns:a="http://schemas.openxmlformats.org/drawingml/2006/main">
            <a:pPr>
              <a:defRPr sz="1350" b="0">
                <a:solidFill>
                  <a:srgbClr val="5E7085"/>
                </a:solidFill>
                <a:latin typeface="Malgun Gothic"/>
                <a:ea typeface="Malgun Gothic"/>
                <a:cs typeface="Malgun Gothic"/>
              </a:defRPr>
            </a:pPr>
            <a:r>
              <a:rPr sz="1350" b="0">
                <a:solidFill>
                  <a:srgbClr val="5E7085"/>
                </a:solidFill>
                <a:latin typeface="Malgun Gothic"/>
                <a:ea typeface="Malgun Gothic"/>
                <a:cs typeface="Malgun Gothic"/>
              </a:rPr>
              <a:t>02 / 02</a:t>
            </a:r>
          </a:p>
        </p:txBody>
      </p:sp>
      <p:sp>
        <p:nvSpPr>
          <p:cNvPr id="6" name="">
            <a:extLst xmlns:a="http://schemas.openxmlformats.org/drawingml/2006/main">
              <a:ext uri="{FF2B5EF4-FFF2-40B4-BE49-F238E27FC236}">
                <a16:creationId xmlns:a16="http://schemas.microsoft.com/office/drawing/2014/main" id="{C804F7BE-4757-4585-B97C-A0802DB447DE}"/>
              </a:ext>
            </a:extLst>
          </p:cNvPr>
          <p:cNvSpPr>
            <a:spLocks xmlns:a="http://schemas.openxmlformats.org/drawingml/2006/main" noGrp="1"/>
          </p:cNvSpPr>
          <p:nvPr/>
        </p:nvSpPr>
        <p:spPr>
          <a:xfrm xmlns:a="http://schemas.openxmlformats.org/drawingml/2006/main">
            <a:off x="571500" y="1504950"/>
            <a:ext cx="1409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769D2"/>
                </a:solidFill>
                <a:latin typeface="Malgun Gothic"/>
                <a:ea typeface="Malgun Gothic"/>
                <a:cs typeface="Malgun Gothic"/>
              </a:defRPr>
            </a:defPPr>
            <a:lvl1pPr>
              <a:defRPr sz="2475" b="1">
                <a:solidFill>
                  <a:srgbClr val="1769D2"/>
                </a:solidFill>
                <a:latin typeface="Malgun Gothic"/>
                <a:ea typeface="Malgun Gothic"/>
                <a:cs typeface="Malgun Gothic"/>
              </a:defRPr>
            </a:lvl1pPr>
            <a:lvl2pPr>
              <a:defRPr sz="2475" b="1">
                <a:solidFill>
                  <a:srgbClr val="1769D2"/>
                </a:solidFill>
                <a:latin typeface="Malgun Gothic"/>
                <a:ea typeface="Malgun Gothic"/>
                <a:cs typeface="Malgun Gothic"/>
              </a:defRPr>
            </a:lvl2pPr>
            <a:lvl3pPr>
              <a:defRPr sz="2475" b="1">
                <a:solidFill>
                  <a:srgbClr val="1769D2"/>
                </a:solidFill>
                <a:latin typeface="Malgun Gothic"/>
                <a:ea typeface="Malgun Gothic"/>
                <a:cs typeface="Malgun Gothic"/>
              </a:defRPr>
            </a:lvl3pPr>
            <a:lvl4pPr>
              <a:defRPr sz="2475" b="1">
                <a:solidFill>
                  <a:srgbClr val="1769D2"/>
                </a:solidFill>
                <a:latin typeface="Malgun Gothic"/>
                <a:ea typeface="Malgun Gothic"/>
                <a:cs typeface="Malgun Gothic"/>
              </a:defRPr>
            </a:lvl4pPr>
            <a:lvl5pPr>
              <a:defRPr sz="2475" b="1">
                <a:solidFill>
                  <a:srgbClr val="1769D2"/>
                </a:solidFill>
                <a:latin typeface="Malgun Gothic"/>
                <a:ea typeface="Malgun Gothic"/>
                <a:cs typeface="Malgun Gothic"/>
              </a:defRPr>
            </a:lvl5pPr>
            <a:lvl6pPr>
              <a:defRPr sz="2475" b="1">
                <a:solidFill>
                  <a:srgbClr val="1769D2"/>
                </a:solidFill>
                <a:latin typeface="Malgun Gothic"/>
                <a:ea typeface="Malgun Gothic"/>
                <a:cs typeface="Malgun Gothic"/>
              </a:defRPr>
            </a:lvl6pPr>
            <a:lvl7pPr>
              <a:defRPr sz="2475" b="1">
                <a:solidFill>
                  <a:srgbClr val="1769D2"/>
                </a:solidFill>
                <a:latin typeface="Malgun Gothic"/>
                <a:ea typeface="Malgun Gothic"/>
                <a:cs typeface="Malgun Gothic"/>
              </a:defRPr>
            </a:lvl7pPr>
            <a:lvl8pPr>
              <a:defRPr sz="2475" b="1">
                <a:solidFill>
                  <a:srgbClr val="1769D2"/>
                </a:solidFill>
                <a:latin typeface="Malgun Gothic"/>
                <a:ea typeface="Malgun Gothic"/>
                <a:cs typeface="Malgun Gothic"/>
              </a:defRPr>
            </a:lvl8pPr>
            <a:lvl9pPr>
              <a:defRPr sz="2475" b="1">
                <a:solidFill>
                  <a:srgbClr val="1769D2"/>
                </a:solidFill>
                <a:latin typeface="Malgun Gothic"/>
                <a:ea typeface="Malgun Gothic"/>
                <a:cs typeface="Malgun Gothic"/>
              </a:defRPr>
            </a:lvl9pPr>
          </a:lstStyle>
          <a:p xmlns:a="http://schemas.openxmlformats.org/drawingml/2006/main">
            <a:pPr>
              <a:defRPr sz="2475" b="1">
                <a:solidFill>
                  <a:srgbClr val="1769D2"/>
                </a:solidFill>
                <a:latin typeface="Malgun Gothic"/>
                <a:ea typeface="Malgun Gothic"/>
                <a:cs typeface="Malgun Gothic"/>
              </a:defRPr>
            </a:pPr>
            <a:r>
              <a:rPr sz="2475" b="1">
                <a:solidFill>
                  <a:srgbClr val="1769D2"/>
                </a:solidFill>
                <a:latin typeface="Malgun Gothic"/>
                <a:ea typeface="Malgun Gothic"/>
                <a:cs typeface="Malgun Gothic"/>
              </a:rPr>
              <a:t>위험 단서 분석과 수정 안내를 연결하는 보안 점검 도우미</a:t>
            </a:r>
          </a:p>
        </p:txBody>
      </p:sp>
      <p:sp>
        <p:nvSpPr>
          <p:cNvPr id="7" name="">
            <a:extLst xmlns:a="http://schemas.openxmlformats.org/drawingml/2006/main">
              <a:ext uri="{FF2B5EF4-FFF2-40B4-BE49-F238E27FC236}">
                <a16:creationId xmlns:a16="http://schemas.microsoft.com/office/drawing/2014/main" id="{8A0FA571-25C6-4539-9156-384D43BE557B}"/>
              </a:ext>
            </a:extLst>
          </p:cNvPr>
          <p:cNvSpPr>
            <a:spLocks xmlns:a="http://schemas.openxmlformats.org/drawingml/2006/main" noGrp="1"/>
          </p:cNvSpPr>
          <p:nvPr/>
        </p:nvSpPr>
        <p:spPr>
          <a:xfrm xmlns:a="http://schemas.openxmlformats.org/drawingml/2006/main">
            <a:off x="571500" y="2209800"/>
            <a:ext cx="2781300" cy="2457450"/>
          </a:xfrm>
          <a:prstGeom xmlns:a="http://schemas.openxmlformats.org/drawingml/2006/main" prst="rect">
            <a:avLst/>
          </a:prstGeom>
          <a:solidFill xmlns:a="http://schemas.openxmlformats.org/drawingml/2006/main">
            <a:srgbClr val="F2F6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97DB7E-2DB3-4509-A319-D6FD764FB0BA}"/>
              </a:ext>
            </a:extLst>
          </p:cNvPr>
          <p:cNvSpPr>
            <a:spLocks xmlns:a="http://schemas.openxmlformats.org/drawingml/2006/main" noGrp="1"/>
          </p:cNvSpPr>
          <p:nvPr/>
        </p:nvSpPr>
        <p:spPr>
          <a:xfrm xmlns:a="http://schemas.openxmlformats.org/drawingml/2006/main">
            <a:off x="3619500" y="2209800"/>
            <a:ext cx="7734300" cy="2457450"/>
          </a:xfrm>
          <a:prstGeom xmlns:a="http://schemas.openxmlformats.org/drawingml/2006/main" prst="rect">
            <a:avLst/>
          </a:prstGeom>
          <a:solidFill xmlns:a="http://schemas.openxmlformats.org/drawingml/2006/main">
            <a:srgbClr val="EC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884A43-318B-43B2-9F8C-B933D99D536B}"/>
              </a:ext>
            </a:extLst>
          </p:cNvPr>
          <p:cNvSpPr>
            <a:spLocks xmlns:a="http://schemas.openxmlformats.org/drawingml/2006/main" noGrp="1"/>
          </p:cNvSpPr>
          <p:nvPr/>
        </p:nvSpPr>
        <p:spPr>
          <a:xfrm xmlns:a="http://schemas.openxmlformats.org/drawingml/2006/main">
            <a:off x="11620500" y="2209800"/>
            <a:ext cx="3048000" cy="2457450"/>
          </a:xfrm>
          <a:prstGeom xmlns:a="http://schemas.openxmlformats.org/drawingml/2006/main" prst="rect">
            <a:avLst/>
          </a:prstGeom>
          <a:solidFill xmlns:a="http://schemas.openxmlformats.org/drawingml/2006/main">
            <a:srgbClr val="F2F6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153E37-21C8-4CC7-8C50-6B4A02A6CCA3}"/>
              </a:ext>
            </a:extLst>
          </p:cNvPr>
          <p:cNvSpPr>
            <a:spLocks xmlns:a="http://schemas.openxmlformats.org/drawingml/2006/main" noGrp="1"/>
          </p:cNvSpPr>
          <p:nvPr/>
        </p:nvSpPr>
        <p:spPr>
          <a:xfrm xmlns:a="http://schemas.openxmlformats.org/drawingml/2006/main">
            <a:off x="781050" y="2390775"/>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입력자료</a:t>
            </a:r>
          </a:p>
        </p:txBody>
      </p:sp>
      <p:sp>
        <p:nvSpPr>
          <p:cNvPr id="11" name="">
            <a:extLst xmlns:a="http://schemas.openxmlformats.org/drawingml/2006/main">
              <a:ext uri="{FF2B5EF4-FFF2-40B4-BE49-F238E27FC236}">
                <a16:creationId xmlns:a16="http://schemas.microsoft.com/office/drawing/2014/main" id="{32CFA9B0-0810-4C31-8A14-ADBB722C0F3A}"/>
              </a:ext>
            </a:extLst>
          </p:cNvPr>
          <p:cNvSpPr>
            <a:spLocks xmlns:a="http://schemas.openxmlformats.org/drawingml/2006/main" noGrp="1"/>
          </p:cNvSpPr>
          <p:nvPr/>
        </p:nvSpPr>
        <p:spPr>
          <a:xfrm xmlns:a="http://schemas.openxmlformats.org/drawingml/2006/main">
            <a:off x="781050" y="2971800"/>
            <a:ext cx="2362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364D"/>
                </a:solidFill>
                <a:latin typeface="Malgun Gothic"/>
                <a:ea typeface="Malgun Gothic"/>
                <a:cs typeface="Malgun Gothic"/>
              </a:defRPr>
            </a:defPPr>
            <a:lvl1pPr>
              <a:defRPr sz="2100" b="1">
                <a:solidFill>
                  <a:srgbClr val="21364D"/>
                </a:solidFill>
                <a:latin typeface="Malgun Gothic"/>
                <a:ea typeface="Malgun Gothic"/>
                <a:cs typeface="Malgun Gothic"/>
              </a:defRPr>
            </a:lvl1pPr>
            <a:lvl2pPr>
              <a:defRPr sz="2100" b="1">
                <a:solidFill>
                  <a:srgbClr val="21364D"/>
                </a:solidFill>
                <a:latin typeface="Malgun Gothic"/>
                <a:ea typeface="Malgun Gothic"/>
                <a:cs typeface="Malgun Gothic"/>
              </a:defRPr>
            </a:lvl2pPr>
            <a:lvl3pPr>
              <a:defRPr sz="2100" b="1">
                <a:solidFill>
                  <a:srgbClr val="21364D"/>
                </a:solidFill>
                <a:latin typeface="Malgun Gothic"/>
                <a:ea typeface="Malgun Gothic"/>
                <a:cs typeface="Malgun Gothic"/>
              </a:defRPr>
            </a:lvl3pPr>
            <a:lvl4pPr>
              <a:defRPr sz="2100" b="1">
                <a:solidFill>
                  <a:srgbClr val="21364D"/>
                </a:solidFill>
                <a:latin typeface="Malgun Gothic"/>
                <a:ea typeface="Malgun Gothic"/>
                <a:cs typeface="Malgun Gothic"/>
              </a:defRPr>
            </a:lvl4pPr>
            <a:lvl5pPr>
              <a:defRPr sz="2100" b="1">
                <a:solidFill>
                  <a:srgbClr val="21364D"/>
                </a:solidFill>
                <a:latin typeface="Malgun Gothic"/>
                <a:ea typeface="Malgun Gothic"/>
                <a:cs typeface="Malgun Gothic"/>
              </a:defRPr>
            </a:lvl5pPr>
            <a:lvl6pPr>
              <a:defRPr sz="2100" b="1">
                <a:solidFill>
                  <a:srgbClr val="21364D"/>
                </a:solidFill>
                <a:latin typeface="Malgun Gothic"/>
                <a:ea typeface="Malgun Gothic"/>
                <a:cs typeface="Malgun Gothic"/>
              </a:defRPr>
            </a:lvl6pPr>
            <a:lvl7pPr>
              <a:defRPr sz="2100" b="1">
                <a:solidFill>
                  <a:srgbClr val="21364D"/>
                </a:solidFill>
                <a:latin typeface="Malgun Gothic"/>
                <a:ea typeface="Malgun Gothic"/>
                <a:cs typeface="Malgun Gothic"/>
              </a:defRPr>
            </a:lvl7pPr>
            <a:lvl8pPr>
              <a:defRPr sz="2100" b="1">
                <a:solidFill>
                  <a:srgbClr val="21364D"/>
                </a:solidFill>
                <a:latin typeface="Malgun Gothic"/>
                <a:ea typeface="Malgun Gothic"/>
                <a:cs typeface="Malgun Gothic"/>
              </a:defRPr>
            </a:lvl8pPr>
            <a:lvl9pPr>
              <a:defRPr sz="2100" b="1">
                <a:solidFill>
                  <a:srgbClr val="21364D"/>
                </a:solidFill>
                <a:latin typeface="Malgun Gothic"/>
                <a:ea typeface="Malgun Gothic"/>
                <a:cs typeface="Malgun Gothic"/>
              </a:defRPr>
            </a:lvl9pPr>
          </a:lstStyle>
          <a:p xmlns:a="http://schemas.openxmlformats.org/drawingml/2006/main">
            <a:pPr>
              <a:defRPr sz="2100" b="1">
                <a:solidFill>
                  <a:srgbClr val="21364D"/>
                </a:solidFill>
                <a:latin typeface="Malgun Gothic"/>
                <a:ea typeface="Malgun Gothic"/>
                <a:cs typeface="Malgun Gothic"/>
              </a:defRPr>
            </a:pPr>
            <a:r>
              <a:rPr sz="2100" b="1">
                <a:solidFill>
                  <a:srgbClr val="21364D"/>
                </a:solidFill>
                <a:latin typeface="Malgun Gothic"/>
                <a:ea typeface="Malgun Gothic"/>
                <a:cs typeface="Malgun Gothic"/>
              </a:rPr>
              <a:t>코드 파일·프로젝트 폴더</a:t>
            </a:r>
          </a:p>
        </p:txBody>
      </p:sp>
      <p:sp>
        <p:nvSpPr>
          <p:cNvPr id="12" name="">
            <a:extLst xmlns:a="http://schemas.openxmlformats.org/drawingml/2006/main">
              <a:ext uri="{FF2B5EF4-FFF2-40B4-BE49-F238E27FC236}">
                <a16:creationId xmlns:a16="http://schemas.microsoft.com/office/drawing/2014/main" id="{EB3E51A2-B722-4218-A3A3-75CDA40FD5E3}"/>
              </a:ext>
            </a:extLst>
          </p:cNvPr>
          <p:cNvSpPr>
            <a:spLocks xmlns:a="http://schemas.openxmlformats.org/drawingml/2006/main" noGrp="1"/>
          </p:cNvSpPr>
          <p:nvPr/>
        </p:nvSpPr>
        <p:spPr>
          <a:xfrm xmlns:a="http://schemas.openxmlformats.org/drawingml/2006/main">
            <a:off x="781050" y="382905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E7085"/>
                </a:solidFill>
                <a:latin typeface="Malgun Gothic"/>
                <a:ea typeface="Malgun Gothic"/>
                <a:cs typeface="Malgun Gothic"/>
              </a:defRPr>
            </a:defPPr>
            <a:lvl1pPr>
              <a:defRPr sz="1725" b="0">
                <a:solidFill>
                  <a:srgbClr val="5E7085"/>
                </a:solidFill>
                <a:latin typeface="Malgun Gothic"/>
                <a:ea typeface="Malgun Gothic"/>
                <a:cs typeface="Malgun Gothic"/>
              </a:defRPr>
            </a:lvl1pPr>
            <a:lvl2pPr>
              <a:defRPr sz="1725" b="0">
                <a:solidFill>
                  <a:srgbClr val="5E7085"/>
                </a:solidFill>
                <a:latin typeface="Malgun Gothic"/>
                <a:ea typeface="Malgun Gothic"/>
                <a:cs typeface="Malgun Gothic"/>
              </a:defRPr>
            </a:lvl2pPr>
            <a:lvl3pPr>
              <a:defRPr sz="1725" b="0">
                <a:solidFill>
                  <a:srgbClr val="5E7085"/>
                </a:solidFill>
                <a:latin typeface="Malgun Gothic"/>
                <a:ea typeface="Malgun Gothic"/>
                <a:cs typeface="Malgun Gothic"/>
              </a:defRPr>
            </a:lvl3pPr>
            <a:lvl4pPr>
              <a:defRPr sz="1725" b="0">
                <a:solidFill>
                  <a:srgbClr val="5E7085"/>
                </a:solidFill>
                <a:latin typeface="Malgun Gothic"/>
                <a:ea typeface="Malgun Gothic"/>
                <a:cs typeface="Malgun Gothic"/>
              </a:defRPr>
            </a:lvl4pPr>
            <a:lvl5pPr>
              <a:defRPr sz="1725" b="0">
                <a:solidFill>
                  <a:srgbClr val="5E7085"/>
                </a:solidFill>
                <a:latin typeface="Malgun Gothic"/>
                <a:ea typeface="Malgun Gothic"/>
                <a:cs typeface="Malgun Gothic"/>
              </a:defRPr>
            </a:lvl5pPr>
            <a:lvl6pPr>
              <a:defRPr sz="1725" b="0">
                <a:solidFill>
                  <a:srgbClr val="5E7085"/>
                </a:solidFill>
                <a:latin typeface="Malgun Gothic"/>
                <a:ea typeface="Malgun Gothic"/>
                <a:cs typeface="Malgun Gothic"/>
              </a:defRPr>
            </a:lvl6pPr>
            <a:lvl7pPr>
              <a:defRPr sz="1725" b="0">
                <a:solidFill>
                  <a:srgbClr val="5E7085"/>
                </a:solidFill>
                <a:latin typeface="Malgun Gothic"/>
                <a:ea typeface="Malgun Gothic"/>
                <a:cs typeface="Malgun Gothic"/>
              </a:defRPr>
            </a:lvl7pPr>
            <a:lvl8pPr>
              <a:defRPr sz="1725" b="0">
                <a:solidFill>
                  <a:srgbClr val="5E7085"/>
                </a:solidFill>
                <a:latin typeface="Malgun Gothic"/>
                <a:ea typeface="Malgun Gothic"/>
                <a:cs typeface="Malgun Gothic"/>
              </a:defRPr>
            </a:lvl8pPr>
            <a:lvl9pPr>
              <a:defRPr sz="1725" b="0">
                <a:solidFill>
                  <a:srgbClr val="5E7085"/>
                </a:solidFill>
                <a:latin typeface="Malgun Gothic"/>
                <a:ea typeface="Malgun Gothic"/>
                <a:cs typeface="Malgun Gothic"/>
              </a:defRPr>
            </a:lvl9pPr>
          </a:lstStyle>
          <a:p xmlns:a="http://schemas.openxmlformats.org/drawingml/2006/main">
            <a:pPr>
              <a:defRPr sz="1725" b="0">
                <a:solidFill>
                  <a:srgbClr val="5E7085"/>
                </a:solidFill>
                <a:latin typeface="Malgun Gothic"/>
                <a:ea typeface="Malgun Gothic"/>
                <a:cs typeface="Malgun Gothic"/>
              </a:defRPr>
            </a:pPr>
            <a:r>
              <a:rPr sz="1725" b="0">
                <a:solidFill>
                  <a:srgbClr val="5E7085"/>
                </a:solidFill>
                <a:latin typeface="Malgun Gothic"/>
                <a:ea typeface="Malgun Gothic"/>
                <a:cs typeface="Malgun Gothic"/>
              </a:rPr>
              <a:t>소스코드와 설정 파일</a:t>
            </a:r>
          </a:p>
          <a:p xmlns:a="http://schemas.openxmlformats.org/drawingml/2006/main">
            <a:pPr>
              <a:defRPr sz="1725" b="0">
                <a:solidFill>
                  <a:srgbClr val="5E7085"/>
                </a:solidFill>
                <a:latin typeface="Malgun Gothic"/>
                <a:ea typeface="Malgun Gothic"/>
                <a:cs typeface="Malgun Gothic"/>
              </a:defRPr>
            </a:pPr>
            <a:r>
              <a:rPr sz="1725" b="0">
                <a:solidFill>
                  <a:srgbClr val="5E7085"/>
                </a:solidFill>
                <a:latin typeface="Malgun Gothic"/>
                <a:ea typeface="Malgun Gothic"/>
                <a:cs typeface="Malgun Gothic"/>
              </a:rPr>
              <a:t>가상·더미데이터 사용</a:t>
            </a:r>
          </a:p>
        </p:txBody>
      </p:sp>
      <p:sp>
        <p:nvSpPr>
          <p:cNvPr id="13" name="">
            <a:extLst xmlns:a="http://schemas.openxmlformats.org/drawingml/2006/main">
              <a:ext uri="{FF2B5EF4-FFF2-40B4-BE49-F238E27FC236}">
                <a16:creationId xmlns:a16="http://schemas.microsoft.com/office/drawing/2014/main" id="{64541EB2-0754-42E2-A811-FAB3CDD71D84}"/>
              </a:ext>
            </a:extLst>
          </p:cNvPr>
          <p:cNvSpPr>
            <a:spLocks xmlns:a="http://schemas.openxmlformats.org/drawingml/2006/main" noGrp="1"/>
          </p:cNvSpPr>
          <p:nvPr/>
        </p:nvSpPr>
        <p:spPr>
          <a:xfrm xmlns:a="http://schemas.openxmlformats.org/drawingml/2006/main">
            <a:off x="3867150" y="2390775"/>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69D2"/>
                </a:solidFill>
                <a:latin typeface="Malgun Gothic"/>
                <a:ea typeface="Malgun Gothic"/>
                <a:cs typeface="Malgun Gothic"/>
              </a:defRPr>
            </a:defPPr>
            <a:lvl1pPr>
              <a:defRPr sz="2175" b="1">
                <a:solidFill>
                  <a:srgbClr val="1769D2"/>
                </a:solidFill>
                <a:latin typeface="Malgun Gothic"/>
                <a:ea typeface="Malgun Gothic"/>
                <a:cs typeface="Malgun Gothic"/>
              </a:defRPr>
            </a:lvl1pPr>
            <a:lvl2pPr>
              <a:defRPr sz="2175" b="1">
                <a:solidFill>
                  <a:srgbClr val="1769D2"/>
                </a:solidFill>
                <a:latin typeface="Malgun Gothic"/>
                <a:ea typeface="Malgun Gothic"/>
                <a:cs typeface="Malgun Gothic"/>
              </a:defRPr>
            </a:lvl2pPr>
            <a:lvl3pPr>
              <a:defRPr sz="2175" b="1">
                <a:solidFill>
                  <a:srgbClr val="1769D2"/>
                </a:solidFill>
                <a:latin typeface="Malgun Gothic"/>
                <a:ea typeface="Malgun Gothic"/>
                <a:cs typeface="Malgun Gothic"/>
              </a:defRPr>
            </a:lvl3pPr>
            <a:lvl4pPr>
              <a:defRPr sz="2175" b="1">
                <a:solidFill>
                  <a:srgbClr val="1769D2"/>
                </a:solidFill>
                <a:latin typeface="Malgun Gothic"/>
                <a:ea typeface="Malgun Gothic"/>
                <a:cs typeface="Malgun Gothic"/>
              </a:defRPr>
            </a:lvl4pPr>
            <a:lvl5pPr>
              <a:defRPr sz="2175" b="1">
                <a:solidFill>
                  <a:srgbClr val="1769D2"/>
                </a:solidFill>
                <a:latin typeface="Malgun Gothic"/>
                <a:ea typeface="Malgun Gothic"/>
                <a:cs typeface="Malgun Gothic"/>
              </a:defRPr>
            </a:lvl5pPr>
            <a:lvl6pPr>
              <a:defRPr sz="2175" b="1">
                <a:solidFill>
                  <a:srgbClr val="1769D2"/>
                </a:solidFill>
                <a:latin typeface="Malgun Gothic"/>
                <a:ea typeface="Malgun Gothic"/>
                <a:cs typeface="Malgun Gothic"/>
              </a:defRPr>
            </a:lvl6pPr>
            <a:lvl7pPr>
              <a:defRPr sz="2175" b="1">
                <a:solidFill>
                  <a:srgbClr val="1769D2"/>
                </a:solidFill>
                <a:latin typeface="Malgun Gothic"/>
                <a:ea typeface="Malgun Gothic"/>
                <a:cs typeface="Malgun Gothic"/>
              </a:defRPr>
            </a:lvl7pPr>
            <a:lvl8pPr>
              <a:defRPr sz="2175" b="1">
                <a:solidFill>
                  <a:srgbClr val="1769D2"/>
                </a:solidFill>
                <a:latin typeface="Malgun Gothic"/>
                <a:ea typeface="Malgun Gothic"/>
                <a:cs typeface="Malgun Gothic"/>
              </a:defRPr>
            </a:lvl8pPr>
            <a:lvl9pPr>
              <a:defRPr sz="2175" b="1">
                <a:solidFill>
                  <a:srgbClr val="1769D2"/>
                </a:solidFill>
                <a:latin typeface="Malgun Gothic"/>
                <a:ea typeface="Malgun Gothic"/>
                <a:cs typeface="Malgun Gothic"/>
              </a:defRPr>
            </a:lvl9pPr>
          </a:lstStyle>
          <a:p xmlns:a="http://schemas.openxmlformats.org/drawingml/2006/main">
            <a:pPr>
              <a:defRPr sz="2175" b="1">
                <a:solidFill>
                  <a:srgbClr val="1769D2"/>
                </a:solidFill>
                <a:latin typeface="Malgun Gothic"/>
                <a:ea typeface="Malgun Gothic"/>
                <a:cs typeface="Malgun Gothic"/>
              </a:defRPr>
            </a:pPr>
            <a:r>
              <a:rPr sz="2175" b="1">
                <a:solidFill>
                  <a:srgbClr val="1769D2"/>
                </a:solidFill>
                <a:latin typeface="Malgun Gothic"/>
                <a:ea typeface="Malgun Gothic"/>
                <a:cs typeface="Malgun Gothic"/>
              </a:rPr>
              <a:t>핵심기능 ①  위험 단서 분석</a:t>
            </a:r>
          </a:p>
        </p:txBody>
      </p:sp>
      <p:sp>
        <p:nvSpPr>
          <p:cNvPr id="14" name="">
            <a:extLst xmlns:a="http://schemas.openxmlformats.org/drawingml/2006/main">
              <a:ext uri="{FF2B5EF4-FFF2-40B4-BE49-F238E27FC236}">
                <a16:creationId xmlns:a16="http://schemas.microsoft.com/office/drawing/2014/main" id="{DF1C1E35-3CA3-4648-8AC6-FFFD12388226}"/>
              </a:ext>
            </a:extLst>
          </p:cNvPr>
          <p:cNvSpPr>
            <a:spLocks xmlns:a="http://schemas.openxmlformats.org/drawingml/2006/main" noGrp="1"/>
          </p:cNvSpPr>
          <p:nvPr/>
        </p:nvSpPr>
        <p:spPr>
          <a:xfrm xmlns:a="http://schemas.openxmlformats.org/drawingml/2006/main">
            <a:off x="3867150" y="2857500"/>
            <a:ext cx="716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1364D"/>
                </a:solidFill>
                <a:latin typeface="Malgun Gothic"/>
                <a:ea typeface="Malgun Gothic"/>
                <a:cs typeface="Malgun Gothic"/>
              </a:defRPr>
            </a:defPPr>
            <a:lvl1pPr>
              <a:defRPr sz="1875" b="0">
                <a:solidFill>
                  <a:srgbClr val="21364D"/>
                </a:solidFill>
                <a:latin typeface="Malgun Gothic"/>
                <a:ea typeface="Malgun Gothic"/>
                <a:cs typeface="Malgun Gothic"/>
              </a:defRPr>
            </a:lvl1pPr>
            <a:lvl2pPr>
              <a:defRPr sz="1875" b="0">
                <a:solidFill>
                  <a:srgbClr val="21364D"/>
                </a:solidFill>
                <a:latin typeface="Malgun Gothic"/>
                <a:ea typeface="Malgun Gothic"/>
                <a:cs typeface="Malgun Gothic"/>
              </a:defRPr>
            </a:lvl2pPr>
            <a:lvl3pPr>
              <a:defRPr sz="1875" b="0">
                <a:solidFill>
                  <a:srgbClr val="21364D"/>
                </a:solidFill>
                <a:latin typeface="Malgun Gothic"/>
                <a:ea typeface="Malgun Gothic"/>
                <a:cs typeface="Malgun Gothic"/>
              </a:defRPr>
            </a:lvl3pPr>
            <a:lvl4pPr>
              <a:defRPr sz="1875" b="0">
                <a:solidFill>
                  <a:srgbClr val="21364D"/>
                </a:solidFill>
                <a:latin typeface="Malgun Gothic"/>
                <a:ea typeface="Malgun Gothic"/>
                <a:cs typeface="Malgun Gothic"/>
              </a:defRPr>
            </a:lvl4pPr>
            <a:lvl5pPr>
              <a:defRPr sz="1875" b="0">
                <a:solidFill>
                  <a:srgbClr val="21364D"/>
                </a:solidFill>
                <a:latin typeface="Malgun Gothic"/>
                <a:ea typeface="Malgun Gothic"/>
                <a:cs typeface="Malgun Gothic"/>
              </a:defRPr>
            </a:lvl5pPr>
            <a:lvl6pPr>
              <a:defRPr sz="1875" b="0">
                <a:solidFill>
                  <a:srgbClr val="21364D"/>
                </a:solidFill>
                <a:latin typeface="Malgun Gothic"/>
                <a:ea typeface="Malgun Gothic"/>
                <a:cs typeface="Malgun Gothic"/>
              </a:defRPr>
            </a:lvl6pPr>
            <a:lvl7pPr>
              <a:defRPr sz="1875" b="0">
                <a:solidFill>
                  <a:srgbClr val="21364D"/>
                </a:solidFill>
                <a:latin typeface="Malgun Gothic"/>
                <a:ea typeface="Malgun Gothic"/>
                <a:cs typeface="Malgun Gothic"/>
              </a:defRPr>
            </a:lvl7pPr>
            <a:lvl8pPr>
              <a:defRPr sz="1875" b="0">
                <a:solidFill>
                  <a:srgbClr val="21364D"/>
                </a:solidFill>
                <a:latin typeface="Malgun Gothic"/>
                <a:ea typeface="Malgun Gothic"/>
                <a:cs typeface="Malgun Gothic"/>
              </a:defRPr>
            </a:lvl8pPr>
            <a:lvl9pPr>
              <a:defRPr sz="1875" b="0">
                <a:solidFill>
                  <a:srgbClr val="21364D"/>
                </a:solidFill>
                <a:latin typeface="Malgun Gothic"/>
                <a:ea typeface="Malgun Gothic"/>
                <a:cs typeface="Malgun Gothic"/>
              </a:defRPr>
            </a:lvl9pPr>
          </a:lstStyle>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비밀키 직접 입력, 외부 입력의 조회·명령 연결,</a:t>
            </a:r>
          </a:p>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공개 쓰기 규칙 확인 및 수정 대상·추가 확인 구분</a:t>
            </a:r>
          </a:p>
        </p:txBody>
      </p:sp>
      <p:sp>
        <p:nvSpPr>
          <p:cNvPr id="15" name="">
            <a:extLst xmlns:a="http://schemas.openxmlformats.org/drawingml/2006/main">
              <a:ext uri="{FF2B5EF4-FFF2-40B4-BE49-F238E27FC236}">
                <a16:creationId xmlns:a16="http://schemas.microsoft.com/office/drawing/2014/main" id="{C271B342-857A-47EF-A212-A4C62B9D01B3}"/>
              </a:ext>
            </a:extLst>
          </p:cNvPr>
          <p:cNvSpPr>
            <a:spLocks xmlns:a="http://schemas.openxmlformats.org/drawingml/2006/main" noGrp="1"/>
          </p:cNvSpPr>
          <p:nvPr/>
        </p:nvSpPr>
        <p:spPr>
          <a:xfrm xmlns:a="http://schemas.openxmlformats.org/drawingml/2006/main">
            <a:off x="3867150" y="3695700"/>
            <a:ext cx="716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69D2"/>
                </a:solidFill>
                <a:latin typeface="Malgun Gothic"/>
                <a:ea typeface="Malgun Gothic"/>
                <a:cs typeface="Malgun Gothic"/>
              </a:defRPr>
            </a:defPPr>
            <a:lvl1pPr>
              <a:defRPr sz="2175" b="1">
                <a:solidFill>
                  <a:srgbClr val="1769D2"/>
                </a:solidFill>
                <a:latin typeface="Malgun Gothic"/>
                <a:ea typeface="Malgun Gothic"/>
                <a:cs typeface="Malgun Gothic"/>
              </a:defRPr>
            </a:lvl1pPr>
            <a:lvl2pPr>
              <a:defRPr sz="2175" b="1">
                <a:solidFill>
                  <a:srgbClr val="1769D2"/>
                </a:solidFill>
                <a:latin typeface="Malgun Gothic"/>
                <a:ea typeface="Malgun Gothic"/>
                <a:cs typeface="Malgun Gothic"/>
              </a:defRPr>
            </a:lvl2pPr>
            <a:lvl3pPr>
              <a:defRPr sz="2175" b="1">
                <a:solidFill>
                  <a:srgbClr val="1769D2"/>
                </a:solidFill>
                <a:latin typeface="Malgun Gothic"/>
                <a:ea typeface="Malgun Gothic"/>
                <a:cs typeface="Malgun Gothic"/>
              </a:defRPr>
            </a:lvl3pPr>
            <a:lvl4pPr>
              <a:defRPr sz="2175" b="1">
                <a:solidFill>
                  <a:srgbClr val="1769D2"/>
                </a:solidFill>
                <a:latin typeface="Malgun Gothic"/>
                <a:ea typeface="Malgun Gothic"/>
                <a:cs typeface="Malgun Gothic"/>
              </a:defRPr>
            </a:lvl4pPr>
            <a:lvl5pPr>
              <a:defRPr sz="2175" b="1">
                <a:solidFill>
                  <a:srgbClr val="1769D2"/>
                </a:solidFill>
                <a:latin typeface="Malgun Gothic"/>
                <a:ea typeface="Malgun Gothic"/>
                <a:cs typeface="Malgun Gothic"/>
              </a:defRPr>
            </a:lvl5pPr>
            <a:lvl6pPr>
              <a:defRPr sz="2175" b="1">
                <a:solidFill>
                  <a:srgbClr val="1769D2"/>
                </a:solidFill>
                <a:latin typeface="Malgun Gothic"/>
                <a:ea typeface="Malgun Gothic"/>
                <a:cs typeface="Malgun Gothic"/>
              </a:defRPr>
            </a:lvl6pPr>
            <a:lvl7pPr>
              <a:defRPr sz="2175" b="1">
                <a:solidFill>
                  <a:srgbClr val="1769D2"/>
                </a:solidFill>
                <a:latin typeface="Malgun Gothic"/>
                <a:ea typeface="Malgun Gothic"/>
                <a:cs typeface="Malgun Gothic"/>
              </a:defRPr>
            </a:lvl7pPr>
            <a:lvl8pPr>
              <a:defRPr sz="2175" b="1">
                <a:solidFill>
                  <a:srgbClr val="1769D2"/>
                </a:solidFill>
                <a:latin typeface="Malgun Gothic"/>
                <a:ea typeface="Malgun Gothic"/>
                <a:cs typeface="Malgun Gothic"/>
              </a:defRPr>
            </a:lvl8pPr>
            <a:lvl9pPr>
              <a:defRPr sz="2175" b="1">
                <a:solidFill>
                  <a:srgbClr val="1769D2"/>
                </a:solidFill>
                <a:latin typeface="Malgun Gothic"/>
                <a:ea typeface="Malgun Gothic"/>
                <a:cs typeface="Malgun Gothic"/>
              </a:defRPr>
            </a:lvl9pPr>
          </a:lstStyle>
          <a:p xmlns:a="http://schemas.openxmlformats.org/drawingml/2006/main">
            <a:pPr>
              <a:defRPr sz="2175" b="1">
                <a:solidFill>
                  <a:srgbClr val="1769D2"/>
                </a:solidFill>
                <a:latin typeface="Malgun Gothic"/>
                <a:ea typeface="Malgun Gothic"/>
                <a:cs typeface="Malgun Gothic"/>
              </a:defRPr>
            </a:pPr>
            <a:r>
              <a:rPr sz="2175" b="1">
                <a:solidFill>
                  <a:srgbClr val="1769D2"/>
                </a:solidFill>
                <a:latin typeface="Malgun Gothic"/>
                <a:ea typeface="Malgun Gothic"/>
                <a:cs typeface="Malgun Gothic"/>
              </a:rPr>
              <a:t>핵심기능 ②  조치 안내와 재검사</a:t>
            </a:r>
          </a:p>
        </p:txBody>
      </p:sp>
      <p:sp>
        <p:nvSpPr>
          <p:cNvPr id="16" name="">
            <a:extLst xmlns:a="http://schemas.openxmlformats.org/drawingml/2006/main">
              <a:ext uri="{FF2B5EF4-FFF2-40B4-BE49-F238E27FC236}">
                <a16:creationId xmlns:a16="http://schemas.microsoft.com/office/drawing/2014/main" id="{9F3C7384-A14D-4FF4-8B8D-E6ED3308B271}"/>
              </a:ext>
            </a:extLst>
          </p:cNvPr>
          <p:cNvSpPr>
            <a:spLocks xmlns:a="http://schemas.openxmlformats.org/drawingml/2006/main" noGrp="1"/>
          </p:cNvSpPr>
          <p:nvPr/>
        </p:nvSpPr>
        <p:spPr>
          <a:xfrm xmlns:a="http://schemas.openxmlformats.org/drawingml/2006/main">
            <a:off x="3867150" y="4152900"/>
            <a:ext cx="716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1364D"/>
                </a:solidFill>
                <a:latin typeface="Malgun Gothic"/>
                <a:ea typeface="Malgun Gothic"/>
                <a:cs typeface="Malgun Gothic"/>
              </a:defRPr>
            </a:defPPr>
            <a:lvl1pPr>
              <a:defRPr sz="1875" b="0">
                <a:solidFill>
                  <a:srgbClr val="21364D"/>
                </a:solidFill>
                <a:latin typeface="Malgun Gothic"/>
                <a:ea typeface="Malgun Gothic"/>
                <a:cs typeface="Malgun Gothic"/>
              </a:defRPr>
            </a:lvl1pPr>
            <a:lvl2pPr>
              <a:defRPr sz="1875" b="0">
                <a:solidFill>
                  <a:srgbClr val="21364D"/>
                </a:solidFill>
                <a:latin typeface="Malgun Gothic"/>
                <a:ea typeface="Malgun Gothic"/>
                <a:cs typeface="Malgun Gothic"/>
              </a:defRPr>
            </a:lvl2pPr>
            <a:lvl3pPr>
              <a:defRPr sz="1875" b="0">
                <a:solidFill>
                  <a:srgbClr val="21364D"/>
                </a:solidFill>
                <a:latin typeface="Malgun Gothic"/>
                <a:ea typeface="Malgun Gothic"/>
                <a:cs typeface="Malgun Gothic"/>
              </a:defRPr>
            </a:lvl3pPr>
            <a:lvl4pPr>
              <a:defRPr sz="1875" b="0">
                <a:solidFill>
                  <a:srgbClr val="21364D"/>
                </a:solidFill>
                <a:latin typeface="Malgun Gothic"/>
                <a:ea typeface="Malgun Gothic"/>
                <a:cs typeface="Malgun Gothic"/>
              </a:defRPr>
            </a:lvl4pPr>
            <a:lvl5pPr>
              <a:defRPr sz="1875" b="0">
                <a:solidFill>
                  <a:srgbClr val="21364D"/>
                </a:solidFill>
                <a:latin typeface="Malgun Gothic"/>
                <a:ea typeface="Malgun Gothic"/>
                <a:cs typeface="Malgun Gothic"/>
              </a:defRPr>
            </a:lvl5pPr>
            <a:lvl6pPr>
              <a:defRPr sz="1875" b="0">
                <a:solidFill>
                  <a:srgbClr val="21364D"/>
                </a:solidFill>
                <a:latin typeface="Malgun Gothic"/>
                <a:ea typeface="Malgun Gothic"/>
                <a:cs typeface="Malgun Gothic"/>
              </a:defRPr>
            </a:lvl6pPr>
            <a:lvl7pPr>
              <a:defRPr sz="1875" b="0">
                <a:solidFill>
                  <a:srgbClr val="21364D"/>
                </a:solidFill>
                <a:latin typeface="Malgun Gothic"/>
                <a:ea typeface="Malgun Gothic"/>
                <a:cs typeface="Malgun Gothic"/>
              </a:defRPr>
            </a:lvl7pPr>
            <a:lvl8pPr>
              <a:defRPr sz="1875" b="0">
                <a:solidFill>
                  <a:srgbClr val="21364D"/>
                </a:solidFill>
                <a:latin typeface="Malgun Gothic"/>
                <a:ea typeface="Malgun Gothic"/>
                <a:cs typeface="Malgun Gothic"/>
              </a:defRPr>
            </a:lvl8pPr>
            <a:lvl9pPr>
              <a:defRPr sz="1875" b="0">
                <a:solidFill>
                  <a:srgbClr val="21364D"/>
                </a:solidFill>
                <a:latin typeface="Malgun Gothic"/>
                <a:ea typeface="Malgun Gothic"/>
                <a:cs typeface="Malgun Gothic"/>
              </a:defRPr>
            </a:lvl9pPr>
          </a:lstStyle>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AI 요청문 복사와 단계별 안내, 수정 전후 단서 비교</a:t>
            </a:r>
          </a:p>
        </p:txBody>
      </p:sp>
      <p:sp>
        <p:nvSpPr>
          <p:cNvPr id="17" name="">
            <a:extLst xmlns:a="http://schemas.openxmlformats.org/drawingml/2006/main">
              <a:ext uri="{FF2B5EF4-FFF2-40B4-BE49-F238E27FC236}">
                <a16:creationId xmlns:a16="http://schemas.microsoft.com/office/drawing/2014/main" id="{F8903A42-EBAA-45B7-AB90-6742BE2C9991}"/>
              </a:ext>
            </a:extLst>
          </p:cNvPr>
          <p:cNvSpPr>
            <a:spLocks xmlns:a="http://schemas.openxmlformats.org/drawingml/2006/main" noGrp="1"/>
          </p:cNvSpPr>
          <p:nvPr/>
        </p:nvSpPr>
        <p:spPr>
          <a:xfrm xmlns:a="http://schemas.openxmlformats.org/drawingml/2006/main">
            <a:off x="3381375" y="3324225"/>
            <a:ext cx="209550" cy="266700"/>
          </a:xfrm>
          <a:prstGeom xmlns:a="http://schemas.openxmlformats.org/drawingml/2006/main" prst="rightArrow">
            <a:avLst/>
          </a:prstGeom>
          <a:solidFill xmlns:a="http://schemas.openxmlformats.org/drawingml/2006/main">
            <a:srgbClr val="1769D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FD8186E-2539-4938-BC0D-0768C22BAE66}"/>
              </a:ext>
            </a:extLst>
          </p:cNvPr>
          <p:cNvSpPr>
            <a:spLocks xmlns:a="http://schemas.openxmlformats.org/drawingml/2006/main" noGrp="1"/>
          </p:cNvSpPr>
          <p:nvPr/>
        </p:nvSpPr>
        <p:spPr>
          <a:xfrm xmlns:a="http://schemas.openxmlformats.org/drawingml/2006/main">
            <a:off x="11382375" y="3324225"/>
            <a:ext cx="209550" cy="266700"/>
          </a:xfrm>
          <a:prstGeom xmlns:a="http://schemas.openxmlformats.org/drawingml/2006/main" prst="rightArrow">
            <a:avLst/>
          </a:prstGeom>
          <a:solidFill xmlns:a="http://schemas.openxmlformats.org/drawingml/2006/main">
            <a:srgbClr val="1769D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81F020-6601-4CE9-B610-CAE67A5004A3}"/>
              </a:ext>
            </a:extLst>
          </p:cNvPr>
          <p:cNvSpPr>
            <a:spLocks xmlns:a="http://schemas.openxmlformats.org/drawingml/2006/main" noGrp="1"/>
          </p:cNvSpPr>
          <p:nvPr/>
        </p:nvSpPr>
        <p:spPr>
          <a:xfrm xmlns:a="http://schemas.openxmlformats.org/drawingml/2006/main">
            <a:off x="11830050" y="2390775"/>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32D50"/>
                </a:solidFill>
                <a:latin typeface="Malgun Gothic"/>
                <a:ea typeface="Malgun Gothic"/>
                <a:cs typeface="Malgun Gothic"/>
              </a:defRPr>
            </a:defPPr>
            <a:lvl1pPr>
              <a:defRPr sz="2175" b="1">
                <a:solidFill>
                  <a:srgbClr val="132D50"/>
                </a:solidFill>
                <a:latin typeface="Malgun Gothic"/>
                <a:ea typeface="Malgun Gothic"/>
                <a:cs typeface="Malgun Gothic"/>
              </a:defRPr>
            </a:lvl1pPr>
            <a:lvl2pPr>
              <a:defRPr sz="2175" b="1">
                <a:solidFill>
                  <a:srgbClr val="132D50"/>
                </a:solidFill>
                <a:latin typeface="Malgun Gothic"/>
                <a:ea typeface="Malgun Gothic"/>
                <a:cs typeface="Malgun Gothic"/>
              </a:defRPr>
            </a:lvl2pPr>
            <a:lvl3pPr>
              <a:defRPr sz="2175" b="1">
                <a:solidFill>
                  <a:srgbClr val="132D50"/>
                </a:solidFill>
                <a:latin typeface="Malgun Gothic"/>
                <a:ea typeface="Malgun Gothic"/>
                <a:cs typeface="Malgun Gothic"/>
              </a:defRPr>
            </a:lvl3pPr>
            <a:lvl4pPr>
              <a:defRPr sz="2175" b="1">
                <a:solidFill>
                  <a:srgbClr val="132D50"/>
                </a:solidFill>
                <a:latin typeface="Malgun Gothic"/>
                <a:ea typeface="Malgun Gothic"/>
                <a:cs typeface="Malgun Gothic"/>
              </a:defRPr>
            </a:lvl4pPr>
            <a:lvl5pPr>
              <a:defRPr sz="2175" b="1">
                <a:solidFill>
                  <a:srgbClr val="132D50"/>
                </a:solidFill>
                <a:latin typeface="Malgun Gothic"/>
                <a:ea typeface="Malgun Gothic"/>
                <a:cs typeface="Malgun Gothic"/>
              </a:defRPr>
            </a:lvl5pPr>
            <a:lvl6pPr>
              <a:defRPr sz="2175" b="1">
                <a:solidFill>
                  <a:srgbClr val="132D50"/>
                </a:solidFill>
                <a:latin typeface="Malgun Gothic"/>
                <a:ea typeface="Malgun Gothic"/>
                <a:cs typeface="Malgun Gothic"/>
              </a:defRPr>
            </a:lvl6pPr>
            <a:lvl7pPr>
              <a:defRPr sz="2175" b="1">
                <a:solidFill>
                  <a:srgbClr val="132D50"/>
                </a:solidFill>
                <a:latin typeface="Malgun Gothic"/>
                <a:ea typeface="Malgun Gothic"/>
                <a:cs typeface="Malgun Gothic"/>
              </a:defRPr>
            </a:lvl7pPr>
            <a:lvl8pPr>
              <a:defRPr sz="2175" b="1">
                <a:solidFill>
                  <a:srgbClr val="132D50"/>
                </a:solidFill>
                <a:latin typeface="Malgun Gothic"/>
                <a:ea typeface="Malgun Gothic"/>
                <a:cs typeface="Malgun Gothic"/>
              </a:defRPr>
            </a:lvl8pPr>
            <a:lvl9pPr>
              <a:defRPr sz="2175" b="1">
                <a:solidFill>
                  <a:srgbClr val="132D50"/>
                </a:solidFill>
                <a:latin typeface="Malgun Gothic"/>
                <a:ea typeface="Malgun Gothic"/>
                <a:cs typeface="Malgun Gothic"/>
              </a:defRPr>
            </a:lvl9pPr>
          </a:lstStyle>
          <a:p xmlns:a="http://schemas.openxmlformats.org/drawingml/2006/main">
            <a:pPr>
              <a:defRPr sz="2175" b="1">
                <a:solidFill>
                  <a:srgbClr val="132D50"/>
                </a:solidFill>
                <a:latin typeface="Malgun Gothic"/>
                <a:ea typeface="Malgun Gothic"/>
                <a:cs typeface="Malgun Gothic"/>
              </a:defRPr>
            </a:pPr>
            <a:r>
              <a:rPr sz="2175" b="1">
                <a:solidFill>
                  <a:srgbClr val="132D50"/>
                </a:solidFill>
                <a:latin typeface="Malgun Gothic"/>
                <a:ea typeface="Malgun Gothic"/>
                <a:cs typeface="Malgun Gothic"/>
              </a:rPr>
              <a:t>출력 결과물</a:t>
            </a:r>
          </a:p>
        </p:txBody>
      </p:sp>
      <p:sp>
        <p:nvSpPr>
          <p:cNvPr id="20" name="">
            <a:extLst xmlns:a="http://schemas.openxmlformats.org/drawingml/2006/main">
              <a:ext uri="{FF2B5EF4-FFF2-40B4-BE49-F238E27FC236}">
                <a16:creationId xmlns:a16="http://schemas.microsoft.com/office/drawing/2014/main" id="{38313B4D-4E4A-4A78-9CC3-BEBD0718F3FB}"/>
              </a:ext>
            </a:extLst>
          </p:cNvPr>
          <p:cNvSpPr>
            <a:spLocks xmlns:a="http://schemas.openxmlformats.org/drawingml/2006/main" noGrp="1"/>
          </p:cNvSpPr>
          <p:nvPr/>
        </p:nvSpPr>
        <p:spPr>
          <a:xfrm xmlns:a="http://schemas.openxmlformats.org/drawingml/2006/main">
            <a:off x="11830050" y="2971800"/>
            <a:ext cx="2628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364D"/>
                </a:solidFill>
                <a:latin typeface="Malgun Gothic"/>
                <a:ea typeface="Malgun Gothic"/>
                <a:cs typeface="Malgun Gothic"/>
              </a:defRPr>
            </a:defPPr>
            <a:lvl1pPr>
              <a:defRPr sz="1950" b="1">
                <a:solidFill>
                  <a:srgbClr val="21364D"/>
                </a:solidFill>
                <a:latin typeface="Malgun Gothic"/>
                <a:ea typeface="Malgun Gothic"/>
                <a:cs typeface="Malgun Gothic"/>
              </a:defRPr>
            </a:lvl1pPr>
            <a:lvl2pPr>
              <a:defRPr sz="1950" b="1">
                <a:solidFill>
                  <a:srgbClr val="21364D"/>
                </a:solidFill>
                <a:latin typeface="Malgun Gothic"/>
                <a:ea typeface="Malgun Gothic"/>
                <a:cs typeface="Malgun Gothic"/>
              </a:defRPr>
            </a:lvl2pPr>
            <a:lvl3pPr>
              <a:defRPr sz="1950" b="1">
                <a:solidFill>
                  <a:srgbClr val="21364D"/>
                </a:solidFill>
                <a:latin typeface="Malgun Gothic"/>
                <a:ea typeface="Malgun Gothic"/>
                <a:cs typeface="Malgun Gothic"/>
              </a:defRPr>
            </a:lvl3pPr>
            <a:lvl4pPr>
              <a:defRPr sz="1950" b="1">
                <a:solidFill>
                  <a:srgbClr val="21364D"/>
                </a:solidFill>
                <a:latin typeface="Malgun Gothic"/>
                <a:ea typeface="Malgun Gothic"/>
                <a:cs typeface="Malgun Gothic"/>
              </a:defRPr>
            </a:lvl4pPr>
            <a:lvl5pPr>
              <a:defRPr sz="1950" b="1">
                <a:solidFill>
                  <a:srgbClr val="21364D"/>
                </a:solidFill>
                <a:latin typeface="Malgun Gothic"/>
                <a:ea typeface="Malgun Gothic"/>
                <a:cs typeface="Malgun Gothic"/>
              </a:defRPr>
            </a:lvl5pPr>
            <a:lvl6pPr>
              <a:defRPr sz="1950" b="1">
                <a:solidFill>
                  <a:srgbClr val="21364D"/>
                </a:solidFill>
                <a:latin typeface="Malgun Gothic"/>
                <a:ea typeface="Malgun Gothic"/>
                <a:cs typeface="Malgun Gothic"/>
              </a:defRPr>
            </a:lvl6pPr>
            <a:lvl7pPr>
              <a:defRPr sz="1950" b="1">
                <a:solidFill>
                  <a:srgbClr val="21364D"/>
                </a:solidFill>
                <a:latin typeface="Malgun Gothic"/>
                <a:ea typeface="Malgun Gothic"/>
                <a:cs typeface="Malgun Gothic"/>
              </a:defRPr>
            </a:lvl7pPr>
            <a:lvl8pPr>
              <a:defRPr sz="1950" b="1">
                <a:solidFill>
                  <a:srgbClr val="21364D"/>
                </a:solidFill>
                <a:latin typeface="Malgun Gothic"/>
                <a:ea typeface="Malgun Gothic"/>
                <a:cs typeface="Malgun Gothic"/>
              </a:defRPr>
            </a:lvl8pPr>
            <a:lvl9pPr>
              <a:defRPr sz="1950" b="1">
                <a:solidFill>
                  <a:srgbClr val="21364D"/>
                </a:solidFill>
                <a:latin typeface="Malgun Gothic"/>
                <a:ea typeface="Malgun Gothic"/>
                <a:cs typeface="Malgun Gothic"/>
              </a:defRPr>
            </a:lvl9pPr>
          </a:lstStyle>
          <a:p xmlns:a="http://schemas.openxmlformats.org/drawingml/2006/main">
            <a:pPr>
              <a:defRPr sz="1950" b="1">
                <a:solidFill>
                  <a:srgbClr val="21364D"/>
                </a:solidFill>
                <a:latin typeface="Malgun Gothic"/>
                <a:ea typeface="Malgun Gothic"/>
                <a:cs typeface="Malgun Gothic"/>
              </a:defRPr>
            </a:pPr>
            <a:r>
              <a:rPr sz="1950" b="1">
                <a:solidFill>
                  <a:srgbClr val="21364D"/>
                </a:solidFill>
                <a:latin typeface="Malgun Gothic"/>
                <a:ea typeface="Malgun Gothic"/>
                <a:cs typeface="Malgun Gothic"/>
              </a:rPr>
              <a:t>발견 위치·쉬운 설명</a:t>
            </a:r>
          </a:p>
          <a:p xmlns:a="http://schemas.openxmlformats.org/drawingml/2006/main">
            <a:pPr>
              <a:defRPr sz="1950" b="1">
                <a:solidFill>
                  <a:srgbClr val="21364D"/>
                </a:solidFill>
                <a:latin typeface="Malgun Gothic"/>
                <a:ea typeface="Malgun Gothic"/>
                <a:cs typeface="Malgun Gothic"/>
              </a:defRPr>
            </a:pPr>
            <a:r>
              <a:rPr sz="1950" b="1">
                <a:solidFill>
                  <a:srgbClr val="21364D"/>
                </a:solidFill>
                <a:latin typeface="Malgun Gothic"/>
                <a:ea typeface="Malgun Gothic"/>
                <a:cs typeface="Malgun Gothic"/>
              </a:rPr>
              <a:t>수정·확인 요청문</a:t>
            </a:r>
          </a:p>
          <a:p xmlns:a="http://schemas.openxmlformats.org/drawingml/2006/main">
            <a:pPr>
              <a:defRPr sz="1950" b="1">
                <a:solidFill>
                  <a:srgbClr val="21364D"/>
                </a:solidFill>
                <a:latin typeface="Malgun Gothic"/>
                <a:ea typeface="Malgun Gothic"/>
                <a:cs typeface="Malgun Gothic"/>
              </a:defRPr>
            </a:pPr>
            <a:r>
              <a:rPr sz="1950" b="1">
                <a:solidFill>
                  <a:srgbClr val="21364D"/>
                </a:solidFill>
                <a:latin typeface="Malgun Gothic"/>
                <a:ea typeface="Malgun Gothic"/>
                <a:cs typeface="Malgun Gothic"/>
              </a:rPr>
              <a:t>재검사 비교·보고서</a:t>
            </a:r>
          </a:p>
        </p:txBody>
      </p:sp>
      <p:sp>
        <p:nvSpPr>
          <p:cNvPr id="21" name="">
            <a:extLst xmlns:a="http://schemas.openxmlformats.org/drawingml/2006/main">
              <a:ext uri="{FF2B5EF4-FFF2-40B4-BE49-F238E27FC236}">
                <a16:creationId xmlns:a16="http://schemas.microsoft.com/office/drawing/2014/main" id="{F9815D07-1D21-40F3-9F74-DB3684D05BE6}"/>
              </a:ext>
            </a:extLst>
          </p:cNvPr>
          <p:cNvSpPr>
            <a:spLocks xmlns:a="http://schemas.openxmlformats.org/drawingml/2006/main" noGrp="1"/>
          </p:cNvSpPr>
          <p:nvPr/>
        </p:nvSpPr>
        <p:spPr>
          <a:xfrm xmlns:a="http://schemas.openxmlformats.org/drawingml/2006/main">
            <a:off x="571500" y="4943475"/>
            <a:ext cx="14097000" cy="9525"/>
          </a:xfrm>
          <a:prstGeom xmlns:a="http://schemas.openxmlformats.org/drawingml/2006/main" prst="rect">
            <a:avLst/>
          </a:prstGeom>
          <a:solidFill xmlns:a="http://schemas.openxmlformats.org/drawingml/2006/main">
            <a:srgbClr val="D8E2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1A658E7-CAE7-45B1-B36F-E07843358D68}"/>
              </a:ext>
            </a:extLst>
          </p:cNvPr>
          <p:cNvSpPr>
            <a:spLocks xmlns:a="http://schemas.openxmlformats.org/drawingml/2006/main" noGrp="1"/>
          </p:cNvSpPr>
          <p:nvPr/>
        </p:nvSpPr>
        <p:spPr>
          <a:xfrm xmlns:a="http://schemas.openxmlformats.org/drawingml/2006/main">
            <a:off x="571500" y="5143500"/>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769D2"/>
                </a:solidFill>
                <a:latin typeface="Malgun Gothic"/>
                <a:ea typeface="Malgun Gothic"/>
                <a:cs typeface="Malgun Gothic"/>
              </a:defRPr>
            </a:defPPr>
            <a:lvl1pPr>
              <a:defRPr sz="1950" b="1">
                <a:solidFill>
                  <a:srgbClr val="1769D2"/>
                </a:solidFill>
                <a:latin typeface="Malgun Gothic"/>
                <a:ea typeface="Malgun Gothic"/>
                <a:cs typeface="Malgun Gothic"/>
              </a:defRPr>
            </a:lvl1pPr>
            <a:lvl2pPr>
              <a:defRPr sz="1950" b="1">
                <a:solidFill>
                  <a:srgbClr val="1769D2"/>
                </a:solidFill>
                <a:latin typeface="Malgun Gothic"/>
                <a:ea typeface="Malgun Gothic"/>
                <a:cs typeface="Malgun Gothic"/>
              </a:defRPr>
            </a:lvl2pPr>
            <a:lvl3pPr>
              <a:defRPr sz="1950" b="1">
                <a:solidFill>
                  <a:srgbClr val="1769D2"/>
                </a:solidFill>
                <a:latin typeface="Malgun Gothic"/>
                <a:ea typeface="Malgun Gothic"/>
                <a:cs typeface="Malgun Gothic"/>
              </a:defRPr>
            </a:lvl3pPr>
            <a:lvl4pPr>
              <a:defRPr sz="1950" b="1">
                <a:solidFill>
                  <a:srgbClr val="1769D2"/>
                </a:solidFill>
                <a:latin typeface="Malgun Gothic"/>
                <a:ea typeface="Malgun Gothic"/>
                <a:cs typeface="Malgun Gothic"/>
              </a:defRPr>
            </a:lvl4pPr>
            <a:lvl5pPr>
              <a:defRPr sz="1950" b="1">
                <a:solidFill>
                  <a:srgbClr val="1769D2"/>
                </a:solidFill>
                <a:latin typeface="Malgun Gothic"/>
                <a:ea typeface="Malgun Gothic"/>
                <a:cs typeface="Malgun Gothic"/>
              </a:defRPr>
            </a:lvl5pPr>
            <a:lvl6pPr>
              <a:defRPr sz="1950" b="1">
                <a:solidFill>
                  <a:srgbClr val="1769D2"/>
                </a:solidFill>
                <a:latin typeface="Malgun Gothic"/>
                <a:ea typeface="Malgun Gothic"/>
                <a:cs typeface="Malgun Gothic"/>
              </a:defRPr>
            </a:lvl6pPr>
            <a:lvl7pPr>
              <a:defRPr sz="1950" b="1">
                <a:solidFill>
                  <a:srgbClr val="1769D2"/>
                </a:solidFill>
                <a:latin typeface="Malgun Gothic"/>
                <a:ea typeface="Malgun Gothic"/>
                <a:cs typeface="Malgun Gothic"/>
              </a:defRPr>
            </a:lvl7pPr>
            <a:lvl8pPr>
              <a:defRPr sz="1950" b="1">
                <a:solidFill>
                  <a:srgbClr val="1769D2"/>
                </a:solidFill>
                <a:latin typeface="Malgun Gothic"/>
                <a:ea typeface="Malgun Gothic"/>
                <a:cs typeface="Malgun Gothic"/>
              </a:defRPr>
            </a:lvl8pPr>
            <a:lvl9pPr>
              <a:defRPr sz="1950" b="1">
                <a:solidFill>
                  <a:srgbClr val="1769D2"/>
                </a:solidFill>
                <a:latin typeface="Malgun Gothic"/>
                <a:ea typeface="Malgun Gothic"/>
                <a:cs typeface="Malgun Gothic"/>
              </a:defRPr>
            </a:lvl9pPr>
          </a:lstStyle>
          <a:p xmlns:a="http://schemas.openxmlformats.org/drawingml/2006/main">
            <a:pPr>
              <a:defRPr sz="1950" b="1">
                <a:solidFill>
                  <a:srgbClr val="1769D2"/>
                </a:solidFill>
                <a:latin typeface="Malgun Gothic"/>
                <a:ea typeface="Malgun Gothic"/>
                <a:cs typeface="Malgun Gothic"/>
              </a:defRPr>
            </a:pPr>
            <a:r>
              <a:rPr sz="1950" b="1">
                <a:solidFill>
                  <a:srgbClr val="1769D2"/>
                </a:solidFill>
                <a:latin typeface="Malgun Gothic"/>
                <a:ea typeface="Malgun Gothic"/>
                <a:cs typeface="Malgun Gothic"/>
              </a:rPr>
              <a:t>Agent</a:t>
            </a:r>
          </a:p>
        </p:txBody>
      </p:sp>
      <p:sp>
        <p:nvSpPr>
          <p:cNvPr id="23" name="">
            <a:extLst xmlns:a="http://schemas.openxmlformats.org/drawingml/2006/main">
              <a:ext uri="{FF2B5EF4-FFF2-40B4-BE49-F238E27FC236}">
                <a16:creationId xmlns:a16="http://schemas.microsoft.com/office/drawing/2014/main" id="{3E40EF27-0079-45F1-8A82-D248E19E8FDA}"/>
              </a:ext>
            </a:extLst>
          </p:cNvPr>
          <p:cNvSpPr>
            <a:spLocks xmlns:a="http://schemas.openxmlformats.org/drawingml/2006/main" noGrp="1"/>
          </p:cNvSpPr>
          <p:nvPr/>
        </p:nvSpPr>
        <p:spPr>
          <a:xfrm xmlns:a="http://schemas.openxmlformats.org/drawingml/2006/main">
            <a:off x="2009775" y="5143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1364D"/>
                </a:solidFill>
                <a:latin typeface="Malgun Gothic"/>
                <a:ea typeface="Malgun Gothic"/>
                <a:cs typeface="Malgun Gothic"/>
              </a:defRPr>
            </a:defPPr>
            <a:lvl1pPr>
              <a:defRPr sz="1875" b="0">
                <a:solidFill>
                  <a:srgbClr val="21364D"/>
                </a:solidFill>
                <a:latin typeface="Malgun Gothic"/>
                <a:ea typeface="Malgun Gothic"/>
                <a:cs typeface="Malgun Gothic"/>
              </a:defRPr>
            </a:lvl1pPr>
            <a:lvl2pPr>
              <a:defRPr sz="1875" b="0">
                <a:solidFill>
                  <a:srgbClr val="21364D"/>
                </a:solidFill>
                <a:latin typeface="Malgun Gothic"/>
                <a:ea typeface="Malgun Gothic"/>
                <a:cs typeface="Malgun Gothic"/>
              </a:defRPr>
            </a:lvl2pPr>
            <a:lvl3pPr>
              <a:defRPr sz="1875" b="0">
                <a:solidFill>
                  <a:srgbClr val="21364D"/>
                </a:solidFill>
                <a:latin typeface="Malgun Gothic"/>
                <a:ea typeface="Malgun Gothic"/>
                <a:cs typeface="Malgun Gothic"/>
              </a:defRPr>
            </a:lvl3pPr>
            <a:lvl4pPr>
              <a:defRPr sz="1875" b="0">
                <a:solidFill>
                  <a:srgbClr val="21364D"/>
                </a:solidFill>
                <a:latin typeface="Malgun Gothic"/>
                <a:ea typeface="Malgun Gothic"/>
                <a:cs typeface="Malgun Gothic"/>
              </a:defRPr>
            </a:lvl4pPr>
            <a:lvl5pPr>
              <a:defRPr sz="1875" b="0">
                <a:solidFill>
                  <a:srgbClr val="21364D"/>
                </a:solidFill>
                <a:latin typeface="Malgun Gothic"/>
                <a:ea typeface="Malgun Gothic"/>
                <a:cs typeface="Malgun Gothic"/>
              </a:defRPr>
            </a:lvl5pPr>
            <a:lvl6pPr>
              <a:defRPr sz="1875" b="0">
                <a:solidFill>
                  <a:srgbClr val="21364D"/>
                </a:solidFill>
                <a:latin typeface="Malgun Gothic"/>
                <a:ea typeface="Malgun Gothic"/>
                <a:cs typeface="Malgun Gothic"/>
              </a:defRPr>
            </a:lvl6pPr>
            <a:lvl7pPr>
              <a:defRPr sz="1875" b="0">
                <a:solidFill>
                  <a:srgbClr val="21364D"/>
                </a:solidFill>
                <a:latin typeface="Malgun Gothic"/>
                <a:ea typeface="Malgun Gothic"/>
                <a:cs typeface="Malgun Gothic"/>
              </a:defRPr>
            </a:lvl7pPr>
            <a:lvl8pPr>
              <a:defRPr sz="1875" b="0">
                <a:solidFill>
                  <a:srgbClr val="21364D"/>
                </a:solidFill>
                <a:latin typeface="Malgun Gothic"/>
                <a:ea typeface="Malgun Gothic"/>
                <a:cs typeface="Malgun Gothic"/>
              </a:defRPr>
            </a:lvl8pPr>
            <a:lvl9pPr>
              <a:defRPr sz="1875" b="0">
                <a:solidFill>
                  <a:srgbClr val="21364D"/>
                </a:solidFill>
                <a:latin typeface="Malgun Gothic"/>
                <a:ea typeface="Malgun Gothic"/>
                <a:cs typeface="Malgun Gothic"/>
              </a:defRPr>
            </a:lvl9pPr>
          </a:lstStyle>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단서 분석과 요청문·비교 결과 제공</a:t>
            </a:r>
          </a:p>
        </p:txBody>
      </p:sp>
      <p:sp>
        <p:nvSpPr>
          <p:cNvPr id="24" name="">
            <a:extLst xmlns:a="http://schemas.openxmlformats.org/drawingml/2006/main">
              <a:ext uri="{FF2B5EF4-FFF2-40B4-BE49-F238E27FC236}">
                <a16:creationId xmlns:a16="http://schemas.microsoft.com/office/drawing/2014/main" id="{25869ADC-D359-47D3-A365-8E715ADF1F9F}"/>
              </a:ext>
            </a:extLst>
          </p:cNvPr>
          <p:cNvSpPr>
            <a:spLocks xmlns:a="http://schemas.openxmlformats.org/drawingml/2006/main" noGrp="1"/>
          </p:cNvSpPr>
          <p:nvPr/>
        </p:nvSpPr>
        <p:spPr>
          <a:xfrm xmlns:a="http://schemas.openxmlformats.org/drawingml/2006/main">
            <a:off x="8096250" y="5143500"/>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32D50"/>
                </a:solidFill>
                <a:latin typeface="Malgun Gothic"/>
                <a:ea typeface="Malgun Gothic"/>
                <a:cs typeface="Malgun Gothic"/>
              </a:defRPr>
            </a:defPPr>
            <a:lvl1pPr>
              <a:defRPr sz="1950" b="1">
                <a:solidFill>
                  <a:srgbClr val="132D50"/>
                </a:solidFill>
                <a:latin typeface="Malgun Gothic"/>
                <a:ea typeface="Malgun Gothic"/>
                <a:cs typeface="Malgun Gothic"/>
              </a:defRPr>
            </a:lvl1pPr>
            <a:lvl2pPr>
              <a:defRPr sz="1950" b="1">
                <a:solidFill>
                  <a:srgbClr val="132D50"/>
                </a:solidFill>
                <a:latin typeface="Malgun Gothic"/>
                <a:ea typeface="Malgun Gothic"/>
                <a:cs typeface="Malgun Gothic"/>
              </a:defRPr>
            </a:lvl2pPr>
            <a:lvl3pPr>
              <a:defRPr sz="1950" b="1">
                <a:solidFill>
                  <a:srgbClr val="132D50"/>
                </a:solidFill>
                <a:latin typeface="Malgun Gothic"/>
                <a:ea typeface="Malgun Gothic"/>
                <a:cs typeface="Malgun Gothic"/>
              </a:defRPr>
            </a:lvl3pPr>
            <a:lvl4pPr>
              <a:defRPr sz="1950" b="1">
                <a:solidFill>
                  <a:srgbClr val="132D50"/>
                </a:solidFill>
                <a:latin typeface="Malgun Gothic"/>
                <a:ea typeface="Malgun Gothic"/>
                <a:cs typeface="Malgun Gothic"/>
              </a:defRPr>
            </a:lvl4pPr>
            <a:lvl5pPr>
              <a:defRPr sz="1950" b="1">
                <a:solidFill>
                  <a:srgbClr val="132D50"/>
                </a:solidFill>
                <a:latin typeface="Malgun Gothic"/>
                <a:ea typeface="Malgun Gothic"/>
                <a:cs typeface="Malgun Gothic"/>
              </a:defRPr>
            </a:lvl5pPr>
            <a:lvl6pPr>
              <a:defRPr sz="1950" b="1">
                <a:solidFill>
                  <a:srgbClr val="132D50"/>
                </a:solidFill>
                <a:latin typeface="Malgun Gothic"/>
                <a:ea typeface="Malgun Gothic"/>
                <a:cs typeface="Malgun Gothic"/>
              </a:defRPr>
            </a:lvl6pPr>
            <a:lvl7pPr>
              <a:defRPr sz="1950" b="1">
                <a:solidFill>
                  <a:srgbClr val="132D50"/>
                </a:solidFill>
                <a:latin typeface="Malgun Gothic"/>
                <a:ea typeface="Malgun Gothic"/>
                <a:cs typeface="Malgun Gothic"/>
              </a:defRPr>
            </a:lvl7pPr>
            <a:lvl8pPr>
              <a:defRPr sz="1950" b="1">
                <a:solidFill>
                  <a:srgbClr val="132D50"/>
                </a:solidFill>
                <a:latin typeface="Malgun Gothic"/>
                <a:ea typeface="Malgun Gothic"/>
                <a:cs typeface="Malgun Gothic"/>
              </a:defRPr>
            </a:lvl8pPr>
            <a:lvl9pPr>
              <a:defRPr sz="1950" b="1">
                <a:solidFill>
                  <a:srgbClr val="132D50"/>
                </a:solidFill>
                <a:latin typeface="Malgun Gothic"/>
                <a:ea typeface="Malgun Gothic"/>
                <a:cs typeface="Malgun Gothic"/>
              </a:defRPr>
            </a:lvl9pPr>
          </a:lstStyle>
          <a:p xmlns:a="http://schemas.openxmlformats.org/drawingml/2006/main">
            <a:pPr>
              <a:defRPr sz="1950" b="1">
                <a:solidFill>
                  <a:srgbClr val="132D50"/>
                </a:solidFill>
                <a:latin typeface="Malgun Gothic"/>
                <a:ea typeface="Malgun Gothic"/>
                <a:cs typeface="Malgun Gothic"/>
              </a:defRPr>
            </a:pPr>
            <a:r>
              <a:rPr sz="1950" b="1">
                <a:solidFill>
                  <a:srgbClr val="132D50"/>
                </a:solidFill>
                <a:latin typeface="Malgun Gothic"/>
                <a:ea typeface="Malgun Gothic"/>
                <a:cs typeface="Malgun Gothic"/>
              </a:rPr>
              <a:t>담당자</a:t>
            </a:r>
          </a:p>
        </p:txBody>
      </p:sp>
      <p:sp>
        <p:nvSpPr>
          <p:cNvPr id="25" name="">
            <a:extLst xmlns:a="http://schemas.openxmlformats.org/drawingml/2006/main">
              <a:ext uri="{FF2B5EF4-FFF2-40B4-BE49-F238E27FC236}">
                <a16:creationId xmlns:a16="http://schemas.microsoft.com/office/drawing/2014/main" id="{D9A5EE71-9E88-4C0C-A347-446C7DDCB303}"/>
              </a:ext>
            </a:extLst>
          </p:cNvPr>
          <p:cNvSpPr>
            <a:spLocks xmlns:a="http://schemas.openxmlformats.org/drawingml/2006/main" noGrp="1"/>
          </p:cNvSpPr>
          <p:nvPr/>
        </p:nvSpPr>
        <p:spPr>
          <a:xfrm xmlns:a="http://schemas.openxmlformats.org/drawingml/2006/main">
            <a:off x="9525000" y="51435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1364D"/>
                </a:solidFill>
                <a:latin typeface="Malgun Gothic"/>
                <a:ea typeface="Malgun Gothic"/>
                <a:cs typeface="Malgun Gothic"/>
              </a:defRPr>
            </a:defPPr>
            <a:lvl1pPr>
              <a:defRPr sz="1875" b="0">
                <a:solidFill>
                  <a:srgbClr val="21364D"/>
                </a:solidFill>
                <a:latin typeface="Malgun Gothic"/>
                <a:ea typeface="Malgun Gothic"/>
                <a:cs typeface="Malgun Gothic"/>
              </a:defRPr>
            </a:lvl1pPr>
            <a:lvl2pPr>
              <a:defRPr sz="1875" b="0">
                <a:solidFill>
                  <a:srgbClr val="21364D"/>
                </a:solidFill>
                <a:latin typeface="Malgun Gothic"/>
                <a:ea typeface="Malgun Gothic"/>
                <a:cs typeface="Malgun Gothic"/>
              </a:defRPr>
            </a:lvl2pPr>
            <a:lvl3pPr>
              <a:defRPr sz="1875" b="0">
                <a:solidFill>
                  <a:srgbClr val="21364D"/>
                </a:solidFill>
                <a:latin typeface="Malgun Gothic"/>
                <a:ea typeface="Malgun Gothic"/>
                <a:cs typeface="Malgun Gothic"/>
              </a:defRPr>
            </a:lvl3pPr>
            <a:lvl4pPr>
              <a:defRPr sz="1875" b="0">
                <a:solidFill>
                  <a:srgbClr val="21364D"/>
                </a:solidFill>
                <a:latin typeface="Malgun Gothic"/>
                <a:ea typeface="Malgun Gothic"/>
                <a:cs typeface="Malgun Gothic"/>
              </a:defRPr>
            </a:lvl4pPr>
            <a:lvl5pPr>
              <a:defRPr sz="1875" b="0">
                <a:solidFill>
                  <a:srgbClr val="21364D"/>
                </a:solidFill>
                <a:latin typeface="Malgun Gothic"/>
                <a:ea typeface="Malgun Gothic"/>
                <a:cs typeface="Malgun Gothic"/>
              </a:defRPr>
            </a:lvl5pPr>
            <a:lvl6pPr>
              <a:defRPr sz="1875" b="0">
                <a:solidFill>
                  <a:srgbClr val="21364D"/>
                </a:solidFill>
                <a:latin typeface="Malgun Gothic"/>
                <a:ea typeface="Malgun Gothic"/>
                <a:cs typeface="Malgun Gothic"/>
              </a:defRPr>
            </a:lvl6pPr>
            <a:lvl7pPr>
              <a:defRPr sz="1875" b="0">
                <a:solidFill>
                  <a:srgbClr val="21364D"/>
                </a:solidFill>
                <a:latin typeface="Malgun Gothic"/>
                <a:ea typeface="Malgun Gothic"/>
                <a:cs typeface="Malgun Gothic"/>
              </a:defRPr>
            </a:lvl7pPr>
            <a:lvl8pPr>
              <a:defRPr sz="1875" b="0">
                <a:solidFill>
                  <a:srgbClr val="21364D"/>
                </a:solidFill>
                <a:latin typeface="Malgun Gothic"/>
                <a:ea typeface="Malgun Gothic"/>
                <a:cs typeface="Malgun Gothic"/>
              </a:defRPr>
            </a:lvl8pPr>
            <a:lvl9pPr>
              <a:defRPr sz="1875" b="0">
                <a:solidFill>
                  <a:srgbClr val="21364D"/>
                </a:solidFill>
                <a:latin typeface="Malgun Gothic"/>
                <a:ea typeface="Malgun Gothic"/>
                <a:cs typeface="Malgun Gothic"/>
              </a:defRPr>
            </a:lvl9pPr>
          </a:lstStyle>
          <a:p xmlns:a="http://schemas.openxmlformats.org/drawingml/2006/main">
            <a:pPr>
              <a:defRPr sz="1875" b="0">
                <a:solidFill>
                  <a:srgbClr val="21364D"/>
                </a:solidFill>
                <a:latin typeface="Malgun Gothic"/>
                <a:ea typeface="Malgun Gothic"/>
                <a:cs typeface="Malgun Gothic"/>
              </a:defRPr>
            </a:pPr>
            <a:r>
              <a:rPr sz="1875" b="0">
                <a:solidFill>
                  <a:srgbClr val="21364D"/>
                </a:solidFill>
                <a:latin typeface="Malgun Gothic"/>
                <a:ea typeface="Malgun Gothic"/>
                <a:cs typeface="Malgun Gothic"/>
              </a:rPr>
              <a:t>실제 사용 여부 판단, 수정과 적용 승인</a:t>
            </a:r>
          </a:p>
        </p:txBody>
      </p:sp>
      <p:sp>
        <p:nvSpPr>
          <p:cNvPr id="26" name="">
            <a:extLst xmlns:a="http://schemas.openxmlformats.org/drawingml/2006/main">
              <a:ext uri="{FF2B5EF4-FFF2-40B4-BE49-F238E27FC236}">
                <a16:creationId xmlns:a16="http://schemas.microsoft.com/office/drawing/2014/main" id="{6894C758-6A6E-4677-B629-DEF61C23B226}"/>
              </a:ext>
            </a:extLst>
          </p:cNvPr>
          <p:cNvSpPr>
            <a:spLocks xmlns:a="http://schemas.openxmlformats.org/drawingml/2006/main" noGrp="1"/>
          </p:cNvSpPr>
          <p:nvPr/>
        </p:nvSpPr>
        <p:spPr>
          <a:xfrm xmlns:a="http://schemas.openxmlformats.org/drawingml/2006/main">
            <a:off x="571500" y="5886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32D50"/>
                </a:solidFill>
                <a:latin typeface="Malgun Gothic"/>
                <a:ea typeface="Malgun Gothic"/>
                <a:cs typeface="Malgun Gothic"/>
              </a:defRPr>
            </a:defPPr>
            <a:lvl1pPr>
              <a:defRPr sz="1950" b="1">
                <a:solidFill>
                  <a:srgbClr val="132D50"/>
                </a:solidFill>
                <a:latin typeface="Malgun Gothic"/>
                <a:ea typeface="Malgun Gothic"/>
                <a:cs typeface="Malgun Gothic"/>
              </a:defRPr>
            </a:lvl1pPr>
            <a:lvl2pPr>
              <a:defRPr sz="1950" b="1">
                <a:solidFill>
                  <a:srgbClr val="132D50"/>
                </a:solidFill>
                <a:latin typeface="Malgun Gothic"/>
                <a:ea typeface="Malgun Gothic"/>
                <a:cs typeface="Malgun Gothic"/>
              </a:defRPr>
            </a:lvl2pPr>
            <a:lvl3pPr>
              <a:defRPr sz="1950" b="1">
                <a:solidFill>
                  <a:srgbClr val="132D50"/>
                </a:solidFill>
                <a:latin typeface="Malgun Gothic"/>
                <a:ea typeface="Malgun Gothic"/>
                <a:cs typeface="Malgun Gothic"/>
              </a:defRPr>
            </a:lvl3pPr>
            <a:lvl4pPr>
              <a:defRPr sz="1950" b="1">
                <a:solidFill>
                  <a:srgbClr val="132D50"/>
                </a:solidFill>
                <a:latin typeface="Malgun Gothic"/>
                <a:ea typeface="Malgun Gothic"/>
                <a:cs typeface="Malgun Gothic"/>
              </a:defRPr>
            </a:lvl4pPr>
            <a:lvl5pPr>
              <a:defRPr sz="1950" b="1">
                <a:solidFill>
                  <a:srgbClr val="132D50"/>
                </a:solidFill>
                <a:latin typeface="Malgun Gothic"/>
                <a:ea typeface="Malgun Gothic"/>
                <a:cs typeface="Malgun Gothic"/>
              </a:defRPr>
            </a:lvl5pPr>
            <a:lvl6pPr>
              <a:defRPr sz="1950" b="1">
                <a:solidFill>
                  <a:srgbClr val="132D50"/>
                </a:solidFill>
                <a:latin typeface="Malgun Gothic"/>
                <a:ea typeface="Malgun Gothic"/>
                <a:cs typeface="Malgun Gothic"/>
              </a:defRPr>
            </a:lvl6pPr>
            <a:lvl7pPr>
              <a:defRPr sz="1950" b="1">
                <a:solidFill>
                  <a:srgbClr val="132D50"/>
                </a:solidFill>
                <a:latin typeface="Malgun Gothic"/>
                <a:ea typeface="Malgun Gothic"/>
                <a:cs typeface="Malgun Gothic"/>
              </a:defRPr>
            </a:lvl7pPr>
            <a:lvl8pPr>
              <a:defRPr sz="1950" b="1">
                <a:solidFill>
                  <a:srgbClr val="132D50"/>
                </a:solidFill>
                <a:latin typeface="Malgun Gothic"/>
                <a:ea typeface="Malgun Gothic"/>
                <a:cs typeface="Malgun Gothic"/>
              </a:defRPr>
            </a:lvl8pPr>
            <a:lvl9pPr>
              <a:defRPr sz="1950" b="1">
                <a:solidFill>
                  <a:srgbClr val="132D50"/>
                </a:solidFill>
                <a:latin typeface="Malgun Gothic"/>
                <a:ea typeface="Malgun Gothic"/>
                <a:cs typeface="Malgun Gothic"/>
              </a:defRPr>
            </a:lvl9pPr>
          </a:lstStyle>
          <a:p xmlns:a="http://schemas.openxmlformats.org/drawingml/2006/main">
            <a:pPr>
              <a:defRPr sz="1950" b="1">
                <a:solidFill>
                  <a:srgbClr val="132D50"/>
                </a:solidFill>
                <a:latin typeface="Malgun Gothic"/>
                <a:ea typeface="Malgun Gothic"/>
                <a:cs typeface="Malgun Gothic"/>
              </a:defRPr>
            </a:pPr>
            <a:r>
              <a:rPr sz="1950" b="1">
                <a:solidFill>
                  <a:srgbClr val="132D50"/>
                </a:solidFill>
                <a:latin typeface="Malgun Gothic"/>
                <a:ea typeface="Malgun Gothic"/>
                <a:cs typeface="Malgun Gothic"/>
              </a:rPr>
              <a:t>업무개선 기대효과</a:t>
            </a:r>
          </a:p>
        </p:txBody>
      </p:sp>
      <p:sp>
        <p:nvSpPr>
          <p:cNvPr id="27" name="">
            <a:extLst xmlns:a="http://schemas.openxmlformats.org/drawingml/2006/main">
              <a:ext uri="{FF2B5EF4-FFF2-40B4-BE49-F238E27FC236}">
                <a16:creationId xmlns:a16="http://schemas.microsoft.com/office/drawing/2014/main" id="{37E7BAD0-F91A-4664-8578-E8F0DFDF7CCB}"/>
              </a:ext>
            </a:extLst>
          </p:cNvPr>
          <p:cNvSpPr>
            <a:spLocks xmlns:a="http://schemas.openxmlformats.org/drawingml/2006/main" noGrp="1"/>
          </p:cNvSpPr>
          <p:nvPr/>
        </p:nvSpPr>
        <p:spPr>
          <a:xfrm xmlns:a="http://schemas.openxmlformats.org/drawingml/2006/main">
            <a:off x="3276600" y="5886450"/>
            <a:ext cx="11391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769D2"/>
                </a:solidFill>
                <a:latin typeface="Malgun Gothic"/>
                <a:ea typeface="Malgun Gothic"/>
                <a:cs typeface="Malgun Gothic"/>
              </a:defRPr>
            </a:defPPr>
            <a:lvl1pPr>
              <a:defRPr sz="2025" b="1">
                <a:solidFill>
                  <a:srgbClr val="1769D2"/>
                </a:solidFill>
                <a:latin typeface="Malgun Gothic"/>
                <a:ea typeface="Malgun Gothic"/>
                <a:cs typeface="Malgun Gothic"/>
              </a:defRPr>
            </a:lvl1pPr>
            <a:lvl2pPr>
              <a:defRPr sz="2025" b="1">
                <a:solidFill>
                  <a:srgbClr val="1769D2"/>
                </a:solidFill>
                <a:latin typeface="Malgun Gothic"/>
                <a:ea typeface="Malgun Gothic"/>
                <a:cs typeface="Malgun Gothic"/>
              </a:defRPr>
            </a:lvl2pPr>
            <a:lvl3pPr>
              <a:defRPr sz="2025" b="1">
                <a:solidFill>
                  <a:srgbClr val="1769D2"/>
                </a:solidFill>
                <a:latin typeface="Malgun Gothic"/>
                <a:ea typeface="Malgun Gothic"/>
                <a:cs typeface="Malgun Gothic"/>
              </a:defRPr>
            </a:lvl3pPr>
            <a:lvl4pPr>
              <a:defRPr sz="2025" b="1">
                <a:solidFill>
                  <a:srgbClr val="1769D2"/>
                </a:solidFill>
                <a:latin typeface="Malgun Gothic"/>
                <a:ea typeface="Malgun Gothic"/>
                <a:cs typeface="Malgun Gothic"/>
              </a:defRPr>
            </a:lvl4pPr>
            <a:lvl5pPr>
              <a:defRPr sz="2025" b="1">
                <a:solidFill>
                  <a:srgbClr val="1769D2"/>
                </a:solidFill>
                <a:latin typeface="Malgun Gothic"/>
                <a:ea typeface="Malgun Gothic"/>
                <a:cs typeface="Malgun Gothic"/>
              </a:defRPr>
            </a:lvl5pPr>
            <a:lvl6pPr>
              <a:defRPr sz="2025" b="1">
                <a:solidFill>
                  <a:srgbClr val="1769D2"/>
                </a:solidFill>
                <a:latin typeface="Malgun Gothic"/>
                <a:ea typeface="Malgun Gothic"/>
                <a:cs typeface="Malgun Gothic"/>
              </a:defRPr>
            </a:lvl6pPr>
            <a:lvl7pPr>
              <a:defRPr sz="2025" b="1">
                <a:solidFill>
                  <a:srgbClr val="1769D2"/>
                </a:solidFill>
                <a:latin typeface="Malgun Gothic"/>
                <a:ea typeface="Malgun Gothic"/>
                <a:cs typeface="Malgun Gothic"/>
              </a:defRPr>
            </a:lvl7pPr>
            <a:lvl8pPr>
              <a:defRPr sz="2025" b="1">
                <a:solidFill>
                  <a:srgbClr val="1769D2"/>
                </a:solidFill>
                <a:latin typeface="Malgun Gothic"/>
                <a:ea typeface="Malgun Gothic"/>
                <a:cs typeface="Malgun Gothic"/>
              </a:defRPr>
            </a:lvl8pPr>
            <a:lvl9pPr>
              <a:defRPr sz="2025" b="1">
                <a:solidFill>
                  <a:srgbClr val="1769D2"/>
                </a:solidFill>
                <a:latin typeface="Malgun Gothic"/>
                <a:ea typeface="Malgun Gothic"/>
                <a:cs typeface="Malgun Gothic"/>
              </a:defRPr>
            </a:lvl9pPr>
          </a:lstStyle>
          <a:p xmlns:a="http://schemas.openxmlformats.org/drawingml/2006/main">
            <a:pPr>
              <a:defRPr sz="2025" b="1">
                <a:solidFill>
                  <a:srgbClr val="1769D2"/>
                </a:solidFill>
                <a:latin typeface="Malgun Gothic"/>
                <a:ea typeface="Malgun Gothic"/>
                <a:cs typeface="Malgun Gothic"/>
              </a:defRPr>
            </a:pPr>
            <a:r>
              <a:rPr sz="2025" b="1">
                <a:solidFill>
                  <a:srgbClr val="1769D2"/>
                </a:solidFill>
                <a:latin typeface="Malgun Gothic"/>
                <a:ea typeface="Malgun Gothic"/>
                <a:cs typeface="Malgun Gothic"/>
              </a:rPr>
              <a:t>문의 전 자가점검  /  수정 요청의 구체화  /  재검사를 통한 조치 확인</a:t>
            </a:r>
          </a:p>
        </p:txBody>
      </p:sp>
      <p:sp>
        <p:nvSpPr>
          <p:cNvPr id="28" name="">
            <a:extLst xmlns:a="http://schemas.openxmlformats.org/drawingml/2006/main">
              <a:ext uri="{FF2B5EF4-FFF2-40B4-BE49-F238E27FC236}">
                <a16:creationId xmlns:a16="http://schemas.microsoft.com/office/drawing/2014/main" id="{B4256B3D-9272-4C5F-A711-1E0287DBF372}"/>
              </a:ext>
            </a:extLst>
          </p:cNvPr>
          <p:cNvSpPr>
            <a:spLocks xmlns:a="http://schemas.openxmlformats.org/drawingml/2006/main" noGrp="1"/>
          </p:cNvSpPr>
          <p:nvPr/>
        </p:nvSpPr>
        <p:spPr>
          <a:xfrm xmlns:a="http://schemas.openxmlformats.org/drawingml/2006/main">
            <a:off x="571500" y="6762750"/>
            <a:ext cx="14097000" cy="9525"/>
          </a:xfrm>
          <a:prstGeom xmlns:a="http://schemas.openxmlformats.org/drawingml/2006/main" prst="rect">
            <a:avLst/>
          </a:prstGeom>
          <a:solidFill xmlns:a="http://schemas.openxmlformats.org/drawingml/2006/main">
            <a:srgbClr val="D8E2E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724EFBD-4B77-4D1E-9A2F-9A58BD58C78E}"/>
              </a:ext>
            </a:extLst>
          </p:cNvPr>
          <p:cNvSpPr>
            <a:spLocks xmlns:a="http://schemas.openxmlformats.org/drawingml/2006/main" noGrp="1"/>
          </p:cNvSpPr>
          <p:nvPr/>
        </p:nvSpPr>
        <p:spPr>
          <a:xfrm xmlns:a="http://schemas.openxmlformats.org/drawingml/2006/main">
            <a:off x="571500" y="69723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769D2"/>
                </a:solidFill>
                <a:latin typeface="Malgun Gothic"/>
                <a:ea typeface="Malgun Gothic"/>
                <a:cs typeface="Malgun Gothic"/>
              </a:defRPr>
            </a:defPPr>
            <a:lvl1pPr>
              <a:defRPr sz="1800" b="1">
                <a:solidFill>
                  <a:srgbClr val="1769D2"/>
                </a:solidFill>
                <a:latin typeface="Malgun Gothic"/>
                <a:ea typeface="Malgun Gothic"/>
                <a:cs typeface="Malgun Gothic"/>
              </a:defRPr>
            </a:lvl1pPr>
            <a:lvl2pPr>
              <a:defRPr sz="1800" b="1">
                <a:solidFill>
                  <a:srgbClr val="1769D2"/>
                </a:solidFill>
                <a:latin typeface="Malgun Gothic"/>
                <a:ea typeface="Malgun Gothic"/>
                <a:cs typeface="Malgun Gothic"/>
              </a:defRPr>
            </a:lvl2pPr>
            <a:lvl3pPr>
              <a:defRPr sz="1800" b="1">
                <a:solidFill>
                  <a:srgbClr val="1769D2"/>
                </a:solidFill>
                <a:latin typeface="Malgun Gothic"/>
                <a:ea typeface="Malgun Gothic"/>
                <a:cs typeface="Malgun Gothic"/>
              </a:defRPr>
            </a:lvl3pPr>
            <a:lvl4pPr>
              <a:defRPr sz="1800" b="1">
                <a:solidFill>
                  <a:srgbClr val="1769D2"/>
                </a:solidFill>
                <a:latin typeface="Malgun Gothic"/>
                <a:ea typeface="Malgun Gothic"/>
                <a:cs typeface="Malgun Gothic"/>
              </a:defRPr>
            </a:lvl4pPr>
            <a:lvl5pPr>
              <a:defRPr sz="1800" b="1">
                <a:solidFill>
                  <a:srgbClr val="1769D2"/>
                </a:solidFill>
                <a:latin typeface="Malgun Gothic"/>
                <a:ea typeface="Malgun Gothic"/>
                <a:cs typeface="Malgun Gothic"/>
              </a:defRPr>
            </a:lvl5pPr>
            <a:lvl6pPr>
              <a:defRPr sz="1800" b="1">
                <a:solidFill>
                  <a:srgbClr val="1769D2"/>
                </a:solidFill>
                <a:latin typeface="Malgun Gothic"/>
                <a:ea typeface="Malgun Gothic"/>
                <a:cs typeface="Malgun Gothic"/>
              </a:defRPr>
            </a:lvl6pPr>
            <a:lvl7pPr>
              <a:defRPr sz="1800" b="1">
                <a:solidFill>
                  <a:srgbClr val="1769D2"/>
                </a:solidFill>
                <a:latin typeface="Malgun Gothic"/>
                <a:ea typeface="Malgun Gothic"/>
                <a:cs typeface="Malgun Gothic"/>
              </a:defRPr>
            </a:lvl7pPr>
            <a:lvl8pPr>
              <a:defRPr sz="1800" b="1">
                <a:solidFill>
                  <a:srgbClr val="1769D2"/>
                </a:solidFill>
                <a:latin typeface="Malgun Gothic"/>
                <a:ea typeface="Malgun Gothic"/>
                <a:cs typeface="Malgun Gothic"/>
              </a:defRPr>
            </a:lvl8pPr>
            <a:lvl9pPr>
              <a:defRPr sz="1800" b="1">
                <a:solidFill>
                  <a:srgbClr val="1769D2"/>
                </a:solidFill>
                <a:latin typeface="Malgun Gothic"/>
                <a:ea typeface="Malgun Gothic"/>
                <a:cs typeface="Malgun Gothic"/>
              </a:defRPr>
            </a:lvl9pPr>
          </a:lstStyle>
          <a:p xmlns:a="http://schemas.openxmlformats.org/drawingml/2006/main">
            <a:pPr>
              <a:defRPr sz="1800" b="1">
                <a:solidFill>
                  <a:srgbClr val="1769D2"/>
                </a:solidFill>
                <a:latin typeface="Malgun Gothic"/>
                <a:ea typeface="Malgun Gothic"/>
                <a:cs typeface="Malgun Gothic"/>
              </a:defRPr>
            </a:pPr>
            <a:r>
              <a:rPr sz="1800" b="1">
                <a:solidFill>
                  <a:srgbClr val="1769D2"/>
                </a:solidFill>
                <a:latin typeface="Malgun Gothic"/>
                <a:ea typeface="Malgun Gothic"/>
                <a:cs typeface="Malgun Gothic"/>
              </a:rPr>
              <a:t>PoC 구현</a:t>
            </a:r>
          </a:p>
        </p:txBody>
      </p:sp>
      <p:sp>
        <p:nvSpPr>
          <p:cNvPr id="30" name="">
            <a:extLst xmlns:a="http://schemas.openxmlformats.org/drawingml/2006/main">
              <a:ext uri="{FF2B5EF4-FFF2-40B4-BE49-F238E27FC236}">
                <a16:creationId xmlns:a16="http://schemas.microsoft.com/office/drawing/2014/main" id="{F5F9F3D3-E37D-42F3-AAAE-3010CA3E8F6F}"/>
              </a:ext>
            </a:extLst>
          </p:cNvPr>
          <p:cNvSpPr>
            <a:spLocks xmlns:a="http://schemas.openxmlformats.org/drawingml/2006/main" noGrp="1"/>
          </p:cNvSpPr>
          <p:nvPr/>
        </p:nvSpPr>
        <p:spPr>
          <a:xfrm xmlns:a="http://schemas.openxmlformats.org/drawingml/2006/main">
            <a:off x="2190750" y="6972300"/>
            <a:ext cx="1247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64D"/>
                </a:solidFill>
                <a:latin typeface="Malgun Gothic"/>
                <a:ea typeface="Malgun Gothic"/>
                <a:cs typeface="Malgun Gothic"/>
              </a:defRPr>
            </a:defPPr>
            <a:lvl1pPr>
              <a:defRPr sz="1725" b="0">
                <a:solidFill>
                  <a:srgbClr val="21364D"/>
                </a:solidFill>
                <a:latin typeface="Malgun Gothic"/>
                <a:ea typeface="Malgun Gothic"/>
                <a:cs typeface="Malgun Gothic"/>
              </a:defRPr>
            </a:lvl1pPr>
            <a:lvl2pPr>
              <a:defRPr sz="1725" b="0">
                <a:solidFill>
                  <a:srgbClr val="21364D"/>
                </a:solidFill>
                <a:latin typeface="Malgun Gothic"/>
                <a:ea typeface="Malgun Gothic"/>
                <a:cs typeface="Malgun Gothic"/>
              </a:defRPr>
            </a:lvl2pPr>
            <a:lvl3pPr>
              <a:defRPr sz="1725" b="0">
                <a:solidFill>
                  <a:srgbClr val="21364D"/>
                </a:solidFill>
                <a:latin typeface="Malgun Gothic"/>
                <a:ea typeface="Malgun Gothic"/>
                <a:cs typeface="Malgun Gothic"/>
              </a:defRPr>
            </a:lvl3pPr>
            <a:lvl4pPr>
              <a:defRPr sz="1725" b="0">
                <a:solidFill>
                  <a:srgbClr val="21364D"/>
                </a:solidFill>
                <a:latin typeface="Malgun Gothic"/>
                <a:ea typeface="Malgun Gothic"/>
                <a:cs typeface="Malgun Gothic"/>
              </a:defRPr>
            </a:lvl4pPr>
            <a:lvl5pPr>
              <a:defRPr sz="1725" b="0">
                <a:solidFill>
                  <a:srgbClr val="21364D"/>
                </a:solidFill>
                <a:latin typeface="Malgun Gothic"/>
                <a:ea typeface="Malgun Gothic"/>
                <a:cs typeface="Malgun Gothic"/>
              </a:defRPr>
            </a:lvl5pPr>
            <a:lvl6pPr>
              <a:defRPr sz="1725" b="0">
                <a:solidFill>
                  <a:srgbClr val="21364D"/>
                </a:solidFill>
                <a:latin typeface="Malgun Gothic"/>
                <a:ea typeface="Malgun Gothic"/>
                <a:cs typeface="Malgun Gothic"/>
              </a:defRPr>
            </a:lvl6pPr>
            <a:lvl7pPr>
              <a:defRPr sz="1725" b="0">
                <a:solidFill>
                  <a:srgbClr val="21364D"/>
                </a:solidFill>
                <a:latin typeface="Malgun Gothic"/>
                <a:ea typeface="Malgun Gothic"/>
                <a:cs typeface="Malgun Gothic"/>
              </a:defRPr>
            </a:lvl7pPr>
            <a:lvl8pPr>
              <a:defRPr sz="1725" b="0">
                <a:solidFill>
                  <a:srgbClr val="21364D"/>
                </a:solidFill>
                <a:latin typeface="Malgun Gothic"/>
                <a:ea typeface="Malgun Gothic"/>
                <a:cs typeface="Malgun Gothic"/>
              </a:defRPr>
            </a:lvl8pPr>
            <a:lvl9pPr>
              <a:defRPr sz="1725" b="0">
                <a:solidFill>
                  <a:srgbClr val="21364D"/>
                </a:solidFill>
                <a:latin typeface="Malgun Gothic"/>
                <a:ea typeface="Malgun Gothic"/>
                <a:cs typeface="Malgun Gothic"/>
              </a:defRPr>
            </a:lvl9pPr>
          </a:lstStyle>
          <a:p xmlns:a="http://schemas.openxmlformats.org/drawingml/2006/main">
            <a:pPr>
              <a:defRPr sz="1725" b="0">
                <a:solidFill>
                  <a:srgbClr val="21364D"/>
                </a:solidFill>
                <a:latin typeface="Malgun Gothic"/>
                <a:ea typeface="Malgun Gothic"/>
                <a:cs typeface="Malgun Gothic"/>
              </a:defRPr>
            </a:pPr>
            <a:r>
              <a:rPr sz="1725" b="0">
                <a:solidFill>
                  <a:srgbClr val="21364D"/>
                </a:solidFill>
                <a:latin typeface="Malgun Gothic"/>
                <a:ea typeface="Malgun Gothic"/>
                <a:cs typeface="Malgun Gothic"/>
              </a:rPr>
              <a:t>외부 PC·더미데이터 기반 파일 검사. Sites 비공개 배포, 사내 시스템 연결 없음</a:t>
            </a:r>
          </a:p>
        </p:txBody>
      </p:sp>
      <p:sp>
        <p:nvSpPr>
          <p:cNvPr id="31" name="">
            <a:extLst xmlns:a="http://schemas.openxmlformats.org/drawingml/2006/main">
              <a:ext uri="{FF2B5EF4-FFF2-40B4-BE49-F238E27FC236}">
                <a16:creationId xmlns:a16="http://schemas.microsoft.com/office/drawing/2014/main" id="{4F184347-495C-4372-A7C1-B1C3B379265C}"/>
              </a:ext>
            </a:extLst>
          </p:cNvPr>
          <p:cNvSpPr>
            <a:spLocks xmlns:a="http://schemas.openxmlformats.org/drawingml/2006/main" noGrp="1"/>
          </p:cNvSpPr>
          <p:nvPr/>
        </p:nvSpPr>
        <p:spPr>
          <a:xfrm xmlns:a="http://schemas.openxmlformats.org/drawingml/2006/main">
            <a:off x="571500" y="74771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32D50"/>
                </a:solidFill>
                <a:latin typeface="Malgun Gothic"/>
                <a:ea typeface="Malgun Gothic"/>
                <a:cs typeface="Malgun Gothic"/>
              </a:defRPr>
            </a:defPPr>
            <a:lvl1pPr>
              <a:defRPr sz="1800" b="1">
                <a:solidFill>
                  <a:srgbClr val="132D50"/>
                </a:solidFill>
                <a:latin typeface="Malgun Gothic"/>
                <a:ea typeface="Malgun Gothic"/>
                <a:cs typeface="Malgun Gothic"/>
              </a:defRPr>
            </a:lvl1pPr>
            <a:lvl2pPr>
              <a:defRPr sz="1800" b="1">
                <a:solidFill>
                  <a:srgbClr val="132D50"/>
                </a:solidFill>
                <a:latin typeface="Malgun Gothic"/>
                <a:ea typeface="Malgun Gothic"/>
                <a:cs typeface="Malgun Gothic"/>
              </a:defRPr>
            </a:lvl2pPr>
            <a:lvl3pPr>
              <a:defRPr sz="1800" b="1">
                <a:solidFill>
                  <a:srgbClr val="132D50"/>
                </a:solidFill>
                <a:latin typeface="Malgun Gothic"/>
                <a:ea typeface="Malgun Gothic"/>
                <a:cs typeface="Malgun Gothic"/>
              </a:defRPr>
            </a:lvl3pPr>
            <a:lvl4pPr>
              <a:defRPr sz="1800" b="1">
                <a:solidFill>
                  <a:srgbClr val="132D50"/>
                </a:solidFill>
                <a:latin typeface="Malgun Gothic"/>
                <a:ea typeface="Malgun Gothic"/>
                <a:cs typeface="Malgun Gothic"/>
              </a:defRPr>
            </a:lvl4pPr>
            <a:lvl5pPr>
              <a:defRPr sz="1800" b="1">
                <a:solidFill>
                  <a:srgbClr val="132D50"/>
                </a:solidFill>
                <a:latin typeface="Malgun Gothic"/>
                <a:ea typeface="Malgun Gothic"/>
                <a:cs typeface="Malgun Gothic"/>
              </a:defRPr>
            </a:lvl5pPr>
            <a:lvl6pPr>
              <a:defRPr sz="1800" b="1">
                <a:solidFill>
                  <a:srgbClr val="132D50"/>
                </a:solidFill>
                <a:latin typeface="Malgun Gothic"/>
                <a:ea typeface="Malgun Gothic"/>
                <a:cs typeface="Malgun Gothic"/>
              </a:defRPr>
            </a:lvl6pPr>
            <a:lvl7pPr>
              <a:defRPr sz="1800" b="1">
                <a:solidFill>
                  <a:srgbClr val="132D50"/>
                </a:solidFill>
                <a:latin typeface="Malgun Gothic"/>
                <a:ea typeface="Malgun Gothic"/>
                <a:cs typeface="Malgun Gothic"/>
              </a:defRPr>
            </a:lvl7pPr>
            <a:lvl8pPr>
              <a:defRPr sz="1800" b="1">
                <a:solidFill>
                  <a:srgbClr val="132D50"/>
                </a:solidFill>
                <a:latin typeface="Malgun Gothic"/>
                <a:ea typeface="Malgun Gothic"/>
                <a:cs typeface="Malgun Gothic"/>
              </a:defRPr>
            </a:lvl8pPr>
            <a:lvl9pPr>
              <a:defRPr sz="1800" b="1">
                <a:solidFill>
                  <a:srgbClr val="132D50"/>
                </a:solidFill>
                <a:latin typeface="Malgun Gothic"/>
                <a:ea typeface="Malgun Gothic"/>
                <a:cs typeface="Malgun Gothic"/>
              </a:defRPr>
            </a:lvl9pPr>
          </a:lstStyle>
          <a:p xmlns:a="http://schemas.openxmlformats.org/drawingml/2006/main">
            <a:pPr>
              <a:defRPr sz="1800" b="1">
                <a:solidFill>
                  <a:srgbClr val="132D50"/>
                </a:solidFill>
                <a:latin typeface="Malgun Gothic"/>
                <a:ea typeface="Malgun Gothic"/>
                <a:cs typeface="Malgun Gothic"/>
              </a:defRPr>
            </a:pPr>
            <a:r>
              <a:rPr sz="1800" b="1">
                <a:solidFill>
                  <a:srgbClr val="132D50"/>
                </a:solidFill>
                <a:latin typeface="Malgun Gothic"/>
                <a:ea typeface="Malgun Gothic"/>
                <a:cs typeface="Malgun Gothic"/>
              </a:rPr>
              <a:t>향후 고도화</a:t>
            </a:r>
          </a:p>
        </p:txBody>
      </p:sp>
      <p:sp>
        <p:nvSpPr>
          <p:cNvPr id="32" name="">
            <a:extLst xmlns:a="http://schemas.openxmlformats.org/drawingml/2006/main">
              <a:ext uri="{FF2B5EF4-FFF2-40B4-BE49-F238E27FC236}">
                <a16:creationId xmlns:a16="http://schemas.microsoft.com/office/drawing/2014/main" id="{83970626-05F3-4CA3-9AC8-AD9DFF7126D2}"/>
              </a:ext>
            </a:extLst>
          </p:cNvPr>
          <p:cNvSpPr>
            <a:spLocks xmlns:a="http://schemas.openxmlformats.org/drawingml/2006/main" noGrp="1"/>
          </p:cNvSpPr>
          <p:nvPr/>
        </p:nvSpPr>
        <p:spPr>
          <a:xfrm xmlns:a="http://schemas.openxmlformats.org/drawingml/2006/main">
            <a:off x="2190750" y="7477125"/>
            <a:ext cx="1247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E7085"/>
                </a:solidFill>
                <a:latin typeface="Malgun Gothic"/>
                <a:ea typeface="Malgun Gothic"/>
                <a:cs typeface="Malgun Gothic"/>
              </a:defRPr>
            </a:defPPr>
            <a:lvl1pPr>
              <a:defRPr sz="1725" b="0">
                <a:solidFill>
                  <a:srgbClr val="5E7085"/>
                </a:solidFill>
                <a:latin typeface="Malgun Gothic"/>
                <a:ea typeface="Malgun Gothic"/>
                <a:cs typeface="Malgun Gothic"/>
              </a:defRPr>
            </a:lvl1pPr>
            <a:lvl2pPr>
              <a:defRPr sz="1725" b="0">
                <a:solidFill>
                  <a:srgbClr val="5E7085"/>
                </a:solidFill>
                <a:latin typeface="Malgun Gothic"/>
                <a:ea typeface="Malgun Gothic"/>
                <a:cs typeface="Malgun Gothic"/>
              </a:defRPr>
            </a:lvl2pPr>
            <a:lvl3pPr>
              <a:defRPr sz="1725" b="0">
                <a:solidFill>
                  <a:srgbClr val="5E7085"/>
                </a:solidFill>
                <a:latin typeface="Malgun Gothic"/>
                <a:ea typeface="Malgun Gothic"/>
                <a:cs typeface="Malgun Gothic"/>
              </a:defRPr>
            </a:lvl3pPr>
            <a:lvl4pPr>
              <a:defRPr sz="1725" b="0">
                <a:solidFill>
                  <a:srgbClr val="5E7085"/>
                </a:solidFill>
                <a:latin typeface="Malgun Gothic"/>
                <a:ea typeface="Malgun Gothic"/>
                <a:cs typeface="Malgun Gothic"/>
              </a:defRPr>
            </a:lvl4pPr>
            <a:lvl5pPr>
              <a:defRPr sz="1725" b="0">
                <a:solidFill>
                  <a:srgbClr val="5E7085"/>
                </a:solidFill>
                <a:latin typeface="Malgun Gothic"/>
                <a:ea typeface="Malgun Gothic"/>
                <a:cs typeface="Malgun Gothic"/>
              </a:defRPr>
            </a:lvl5pPr>
            <a:lvl6pPr>
              <a:defRPr sz="1725" b="0">
                <a:solidFill>
                  <a:srgbClr val="5E7085"/>
                </a:solidFill>
                <a:latin typeface="Malgun Gothic"/>
                <a:ea typeface="Malgun Gothic"/>
                <a:cs typeface="Malgun Gothic"/>
              </a:defRPr>
            </a:lvl6pPr>
            <a:lvl7pPr>
              <a:defRPr sz="1725" b="0">
                <a:solidFill>
                  <a:srgbClr val="5E7085"/>
                </a:solidFill>
                <a:latin typeface="Malgun Gothic"/>
                <a:ea typeface="Malgun Gothic"/>
                <a:cs typeface="Malgun Gothic"/>
              </a:defRPr>
            </a:lvl7pPr>
            <a:lvl8pPr>
              <a:defRPr sz="1725" b="0">
                <a:solidFill>
                  <a:srgbClr val="5E7085"/>
                </a:solidFill>
                <a:latin typeface="Malgun Gothic"/>
                <a:ea typeface="Malgun Gothic"/>
                <a:cs typeface="Malgun Gothic"/>
              </a:defRPr>
            </a:lvl8pPr>
            <a:lvl9pPr>
              <a:defRPr sz="1725" b="0">
                <a:solidFill>
                  <a:srgbClr val="5E7085"/>
                </a:solidFill>
                <a:latin typeface="Malgun Gothic"/>
                <a:ea typeface="Malgun Gothic"/>
                <a:cs typeface="Malgun Gothic"/>
              </a:defRPr>
            </a:lvl9pPr>
          </a:lstStyle>
          <a:p xmlns:a="http://schemas.openxmlformats.org/drawingml/2006/main">
            <a:pPr>
              <a:defRPr sz="1725" b="0">
                <a:solidFill>
                  <a:srgbClr val="5E7085"/>
                </a:solidFill>
                <a:latin typeface="Malgun Gothic"/>
                <a:ea typeface="Malgun Gothic"/>
                <a:cs typeface="Malgun Gothic"/>
              </a:defRPr>
            </a:pPr>
            <a:r>
              <a:rPr sz="1725" b="0">
                <a:solidFill>
                  <a:srgbClr val="5E7085"/>
                </a:solidFill>
                <a:latin typeface="Malgun Gothic"/>
                <a:ea typeface="Malgun Gothic"/>
                <a:cs typeface="Malgun Gothic"/>
              </a:rPr>
              <a:t>국내 AI 보안 가이드 연계 · 배포본 주소 검사 · 실제 계정별 접근권한 검증</a:t>
            </a:r>
          </a:p>
        </p:txBody>
      </p:sp>
    </p:spTree>
    <p:extLst>
      <p:ext uri="{BB962C8B-B14F-4D97-AF65-F5344CB8AC3E}">
        <p14:creationId xmlns:p14="http://schemas.microsoft.com/office/powerpoint/2010/main" val="119457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2026-10-21T02:47:08.2860000Z</dcterms:created>
  <dcterms:modified xsi:type="dcterms:W3CDTF">2026-10-21T02:47:08.2860000Z</dcterms:modified>
</coreProperties>
</file>