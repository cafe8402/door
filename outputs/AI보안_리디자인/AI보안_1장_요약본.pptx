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78f2d9e534e85" /><Relationship Type="http://schemas.openxmlformats.org/officeDocument/2006/relationships/extended-properties" Target="/docProps/app.xml" Id="R973e593309e4460b" /><Relationship Type="http://schemas.openxmlformats.org/officeDocument/2006/relationships/officeDocument" Target="/ppt/presentation.xml" Id="R574f7af5b5be46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1b806bb4df4741"/>
  </p:sldMasterIdLst>
  <p:notesMasterIdLst>
    <p:notesMasterId xmlns:r="http://schemas.openxmlformats.org/officeDocument/2006/relationships" r:id="R146aa80a6c6142b7"/>
  </p:notesMasterIdLst>
  <p:sldIdLst>
    <p:sldId xmlns:r="http://schemas.openxmlformats.org/officeDocument/2006/relationships" id="256" r:id="Re17f2008caf643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0fe8ed3d664f36" /><Relationship Type="http://schemas.openxmlformats.org/officeDocument/2006/relationships/slideMaster" Target="/ppt/slideMasters/slideMaster1.xml" Id="R241b806bb4df4741" /><Relationship Type="http://schemas.openxmlformats.org/officeDocument/2006/relationships/notesMaster" Target="/ppt/notesMasters/notesMaster1.xml" Id="R146aa80a6c6142b7" /><Relationship Type="http://schemas.openxmlformats.org/officeDocument/2006/relationships/presProps" Target="/ppt/presProps.xml" Id="R307ab0810a2b437e" /><Relationship Type="http://schemas.openxmlformats.org/officeDocument/2006/relationships/tableStyles" Target="/ppt/tableStyles.xml" Id="Rb7f756744b9c415b" /><Relationship Type="http://schemas.openxmlformats.org/officeDocument/2006/relationships/slide" Target="/ppt/slides/slide1.xml" Id="Re17f2008caf6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db895370a3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657303d304e56" /><Relationship Type="http://schemas.openxmlformats.org/officeDocument/2006/relationships/notesMaster" Target="/ppt/notesMasters/notesMaster1.xml" Id="R23a5df9ad520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ARTEX 근거: Theori, 2026.10.15, https://theori.io/ko/news/80835593-435f-480d-8b16-ec8039a17fb1</a:t>
            </a:r>
          </a:p>
          <a:p xmlns:a="http://schemas.openxmlformats.org/drawingml/2006/main">
            <a:r>
              <a:t>사용자가 이전에 공유한 「ARTEX 해킹 프레임워크 요약」 대화 참고. 공격 자동화와 자체 업무도구 점검의 필요성을 연결한 부분은 본 자료의 해석이며, 문단속이 ARTEX 공격을 차단한다는 검증은 아님.</a:t>
            </a:r>
          </a:p>
          <a:p xmlns:a="http://schemas.openxmlformats.org/drawingml/2006/main">
            <a:r>
              <a:t>PoC 근거: 시연자료/검증결과.json, docs/Gemini_PPT_2장_요약.md, 첨부 AI 업무도구 보안점검 이미지. 6가지 합성 코드의 수정 전 탐지 및 수정 후 해당 단서 미검출. 실제 유출이나 공격 재현 결과가 아니며, 사내 시스템 및 실제 계정별 권한 검증은 별도 필요.</a:t>
            </a:r>
          </a:p>
          <a:p xmlns:a="http://schemas.openxmlformats.org/drawingml/2006/main">
            <a:r>
              <a:t>담당자는 실제 사용 여부와 위험을 판단하고 수정 내용을 검토합니다. 앱 내부에서 자동 수정을 수행하지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ea12e033746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d8bb1b0a644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22d6add6042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ec9eb06d246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7340e45424d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e1a1baa54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4620F3-B05A-4BE1-BA42-5B59A60FB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640162-8FBE-450B-849F-192F92AADB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2C57B-F118-44C4-87C9-5F0D29800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BF7BA6-139D-4B9D-8266-442A94F6E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87BB0A-6B43-4F14-B1FE-4AD804D6B3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8B2603-1B0F-44A7-8F2E-D01309B39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5650F7-4EBE-41CF-8454-885D8BD781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D73918-B0F8-4260-BE39-F9111D544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F6F74-7442-45F3-B309-20CF8CC96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836AA6-5BC9-43F6-9640-8166B9B04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c8ca75d3e4efe" /><Relationship Type="http://schemas.openxmlformats.org/officeDocument/2006/relationships/slideLayout" Target="/ppt/slideLayouts/slideLayout1.xml" Id="R15301eaf94044ffe" /><Relationship Type="http://schemas.openxmlformats.org/officeDocument/2006/relationships/slideLayout" Target="/ppt/slideLayouts/slideLayout2.xml" Id="Rdb7106a6d6294b2a" /><Relationship Type="http://schemas.openxmlformats.org/officeDocument/2006/relationships/slideLayout" Target="/ppt/slideLayouts/slideLayout3.xml" Id="Rf3d1250f1c1f4411" /><Relationship Type="http://schemas.openxmlformats.org/officeDocument/2006/relationships/slideLayout" Target="/ppt/slideLayouts/slideLayout4.xml" Id="Rc0e5dda646024be9" /><Relationship Type="http://schemas.openxmlformats.org/officeDocument/2006/relationships/slideLayout" Target="/ppt/slideLayouts/slideLayout5.xml" Id="Rd53e3f81237a4951" /><Relationship Type="http://schemas.openxmlformats.org/officeDocument/2006/relationships/slideLayout" Target="/ppt/slideLayouts/slideLayout6.xml" Id="R45f69a7c27484a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01eaf94044ffe"/>
    <p:sldLayoutId xmlns:r="http://schemas.openxmlformats.org/officeDocument/2006/relationships" id="2147483650" r:id="Rdb7106a6d6294b2a"/>
    <p:sldLayoutId xmlns:r="http://schemas.openxmlformats.org/officeDocument/2006/relationships" id="2147483651" r:id="Rf3d1250f1c1f4411"/>
    <p:sldLayoutId xmlns:r="http://schemas.openxmlformats.org/officeDocument/2006/relationships" id="2147483652" r:id="Rc0e5dda646024be9"/>
    <p:sldLayoutId xmlns:r="http://schemas.openxmlformats.org/officeDocument/2006/relationships" id="2147483653" r:id="Rd53e3f81237a4951"/>
    <p:sldLayoutId xmlns:r="http://schemas.openxmlformats.org/officeDocument/2006/relationships" id="2147483654" r:id="R45f69a7c27484a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8e8641d8946b9" /><Relationship Type="http://schemas.openxmlformats.org/officeDocument/2006/relationships/notesSlide" Target="/ppt/notesSlides/notesSlide1.xml" Id="R2137c766442e4d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0AE9F-5807-4578-A198-72D8C60B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AX 혁신 TF  /  정보보호그룹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434CF-CFB6-4406-9A3D-ACE8CD96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문단속 · AI 업무도구 보안점검  |  외부 PC·더미데이터 기반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76861-7B78-413F-BCF5-95EF81D8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34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99CDF-55C2-4E29-B87C-44FD93B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AI로 만드는 속도만큼, 보안점검도 빠르게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0401B-A3B6-400E-A63F-214ED0C3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잘 작동하는 업무도구에도 비밀키·접근권한·입력값 처리의 빈틈은 남을 수 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87EF3-E0F4-432A-950F-0C565E5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rPr>
              <a:t>왜 지금인가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ACBE0-FB00-4A46-81A9-2C795A5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ARTEX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1C440-79F2-4C2E-B157-D33E15FE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금융권 침해사고에서</a:t>
            </a:r>
          </a:p>
          <a:p xmlns:a="http://schemas.openxmlformats.org/drawingml/2006/main">
            <a:pPr>
              <a:def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사용 흔적 확인¹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3F3DE-0644-4978-ACE7-F5ADDC0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C84854"/>
                </a:solidFill>
                <a:latin typeface="Malgun Gothic"/>
                <a:ea typeface="Malgun Gothic"/>
                <a:cs typeface="Malgun Gothic"/>
              </a:rPr>
              <a:t>AI가 공격 계획과 도구 실행을 자동화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262C9-E988-4A5B-92EB-D937FB35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공유 전에 위험 단서를 찾고, 고친 뒤 다시 확인하는 절차가 필요합니다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72493-72D6-4EF5-ABCC-64EC9E10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문단속의 역할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91B19-E0E9-4A35-98B6-0C755110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3EE38-109E-42E8-929B-5829BEF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02042-FC6C-43AE-8029-679A39FA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파일·폴더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88C0B-548F-479A-869C-2ED51063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95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451E8-F384-42DD-939F-7B967A70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E3843-DC26-4669-80A4-C7AE4417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D056E-CD60-4461-B4B5-EDABBE2B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9815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위험 단서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26037-7367-414F-9DFE-5A48DCFC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A3D32-767A-4580-9DA8-642CFF87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720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76B0C-EE51-450E-AC1A-DF392F5E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CAA4E-3CA2-4087-AA2D-3308CE3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AI에 수정 요청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1BD9A-5D4C-44C2-B8B0-189B4D76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8958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BCFB6-8147-45D2-A8FD-4E688E9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72000"/>
            <a:ext cx="247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8E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A1CAA-1935-4CBA-8C41-19806F50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9D342-97DA-4E5A-851D-879F73C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815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고친 파일 재검사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14352-3A88-48FF-8706-8E2EDC2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58EC"/>
                </a:solidFill>
                <a:latin typeface="Malgun Gothic"/>
                <a:ea typeface="Malgun Gothic"/>
                <a:cs typeface="Malgun Gothic"/>
              </a:rPr>
              <a:t>6가지 시연 유형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66BEF-8A14-470F-A9A8-3CEE5010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531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E3A"/>
                </a:solidFill>
                <a:latin typeface="Malgun Gothic"/>
                <a:ea typeface="Malgun Gothic"/>
                <a:cs typeface="Malgun Gothic"/>
              </a:rPr>
              <a:t>수정 전 탐지 → 수정 후 해당 단서 미검출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D4DA7-D4D6-49C8-95C9-DE6176AA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C6880"/>
                </a:solidFill>
                <a:latin typeface="Malgun Gothic"/>
                <a:ea typeface="Malgun Gothic"/>
                <a:cs typeface="Malgun Gothic"/>
              </a:rPr>
              <a:t>¹ Theori, 2026.10.15  |  합성 코드 정적 분석 결과이며, 실제 공격 차단·유출 여부 검증은 아님</a:t>
            </a:r>
          </a:p>
        </p:txBody>
      </p:sp>
    </p:spTree>
    <p:extLst>
      <p:ext uri="{BB962C8B-B14F-4D97-AF65-F5344CB8AC3E}">
        <p14:creationId xmlns:p14="http://schemas.microsoft.com/office/powerpoint/2010/main" val="1046972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2026-10-21T02:56:56.8880000Z</dcterms:created>
  <dcterms:modified xsi:type="dcterms:W3CDTF">2026-10-21T02:56:56.8880000Z</dcterms:modified>
</coreProperties>
</file>